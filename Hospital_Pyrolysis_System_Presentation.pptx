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F6A3EB-2166-4970-9925-42E94E052C8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FCF7040-2FB3-44E4-9D99-746B77D78327}">
      <dgm:prSet/>
      <dgm:spPr/>
      <dgm:t>
        <a:bodyPr/>
        <a:lstStyle/>
        <a:p>
          <a:r>
            <a:rPr lang="en-US" b="1"/>
            <a:t>MATLAB System Composer</a:t>
          </a:r>
          <a:endParaRPr lang="en-US"/>
        </a:p>
      </dgm:t>
    </dgm:pt>
    <dgm:pt modelId="{30FB03A6-39D0-4265-8F3E-8D24FF0F77F4}" type="parTrans" cxnId="{50004B17-6CEB-4080-9BE9-90657B7412D7}">
      <dgm:prSet/>
      <dgm:spPr/>
      <dgm:t>
        <a:bodyPr/>
        <a:lstStyle/>
        <a:p>
          <a:endParaRPr lang="en-US"/>
        </a:p>
      </dgm:t>
    </dgm:pt>
    <dgm:pt modelId="{080DC2DB-8B5B-4EFA-8543-A44971B96432}" type="sibTrans" cxnId="{50004B17-6CEB-4080-9BE9-90657B7412D7}">
      <dgm:prSet/>
      <dgm:spPr/>
      <dgm:t>
        <a:bodyPr/>
        <a:lstStyle/>
        <a:p>
          <a:endParaRPr lang="en-US"/>
        </a:p>
      </dgm:t>
    </dgm:pt>
    <dgm:pt modelId="{4FE00FDA-0BE2-4B40-A3A8-B77A58C6B785}">
      <dgm:prSet/>
      <dgm:spPr/>
      <dgm:t>
        <a:bodyPr/>
        <a:lstStyle/>
        <a:p>
          <a:r>
            <a:rPr lang="en-US"/>
            <a:t>• Hospital_Context.slx - Visual system architecture</a:t>
          </a:r>
        </a:p>
      </dgm:t>
    </dgm:pt>
    <dgm:pt modelId="{0C2FE9A5-2C2D-4FF4-9418-D1B87A6E0A7A}" type="parTrans" cxnId="{ED785542-198C-4701-818C-D76CF22E0D66}">
      <dgm:prSet/>
      <dgm:spPr/>
      <dgm:t>
        <a:bodyPr/>
        <a:lstStyle/>
        <a:p>
          <a:endParaRPr lang="en-US"/>
        </a:p>
      </dgm:t>
    </dgm:pt>
    <dgm:pt modelId="{1F23322D-23D5-4678-889A-3982D14DFFBC}" type="sibTrans" cxnId="{ED785542-198C-4701-818C-D76CF22E0D66}">
      <dgm:prSet/>
      <dgm:spPr/>
      <dgm:t>
        <a:bodyPr/>
        <a:lstStyle/>
        <a:p>
          <a:endParaRPr lang="en-US"/>
        </a:p>
      </dgm:t>
    </dgm:pt>
    <dgm:pt modelId="{DFB25DC0-7AED-4655-8131-70BE6EE6EE56}">
      <dgm:prSet/>
      <dgm:spPr/>
      <dgm:t>
        <a:bodyPr/>
        <a:lstStyle/>
        <a:p>
          <a:r>
            <a:rPr lang="en-US" dirty="0"/>
            <a:t>• M_* stereotypes track mass balance properties</a:t>
          </a:r>
        </a:p>
      </dgm:t>
    </dgm:pt>
    <dgm:pt modelId="{897E79BA-2874-43AF-94B2-EAAC48CBA6D4}" type="parTrans" cxnId="{49B7F308-8DAA-44D2-898B-9411723D4A2A}">
      <dgm:prSet/>
      <dgm:spPr/>
      <dgm:t>
        <a:bodyPr/>
        <a:lstStyle/>
        <a:p>
          <a:endParaRPr lang="en-US"/>
        </a:p>
      </dgm:t>
    </dgm:pt>
    <dgm:pt modelId="{2A247070-42DA-41A0-8245-CB2D7BCFB514}" type="sibTrans" cxnId="{49B7F308-8DAA-44D2-898B-9411723D4A2A}">
      <dgm:prSet/>
      <dgm:spPr/>
      <dgm:t>
        <a:bodyPr/>
        <a:lstStyle/>
        <a:p>
          <a:endParaRPr lang="en-US"/>
        </a:p>
      </dgm:t>
    </dgm:pt>
    <dgm:pt modelId="{26631081-86B1-4AB3-A10E-ED383DC7AD7B}">
      <dgm:prSet/>
      <dgm:spPr/>
      <dgm:t>
        <a:bodyPr/>
        <a:lstStyle/>
        <a:p>
          <a:r>
            <a:rPr lang="en-US" b="1"/>
            <a:t>MATLAB Scripts</a:t>
          </a:r>
          <a:endParaRPr lang="en-US"/>
        </a:p>
      </dgm:t>
    </dgm:pt>
    <dgm:pt modelId="{BF27032F-5F17-4BCB-8380-3DC3C3FCB571}" type="parTrans" cxnId="{E1EC9B0A-40FC-4B87-8AF2-9760A3133B8B}">
      <dgm:prSet/>
      <dgm:spPr/>
      <dgm:t>
        <a:bodyPr/>
        <a:lstStyle/>
        <a:p>
          <a:endParaRPr lang="en-US"/>
        </a:p>
      </dgm:t>
    </dgm:pt>
    <dgm:pt modelId="{96036F0F-8FEA-4C41-88F3-137DB4B0EE6A}" type="sibTrans" cxnId="{E1EC9B0A-40FC-4B87-8AF2-9760A3133B8B}">
      <dgm:prSet/>
      <dgm:spPr/>
      <dgm:t>
        <a:bodyPr/>
        <a:lstStyle/>
        <a:p>
          <a:endParaRPr lang="en-US"/>
        </a:p>
      </dgm:t>
    </dgm:pt>
    <dgm:pt modelId="{ADA66E51-3C13-4805-9595-6D7782DD0EE7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MassBalanceMaster.m</a:t>
          </a:r>
          <a:r>
            <a:rPr lang="en-US" dirty="0"/>
            <a:t> - Complete workflow orchestrator</a:t>
          </a:r>
        </a:p>
      </dgm:t>
    </dgm:pt>
    <dgm:pt modelId="{D2AF9901-69CA-4DAF-8044-52168AC5B95B}" type="parTrans" cxnId="{F42BCB4C-A639-46A5-897E-E7128F2B84FE}">
      <dgm:prSet/>
      <dgm:spPr/>
      <dgm:t>
        <a:bodyPr/>
        <a:lstStyle/>
        <a:p>
          <a:endParaRPr lang="en-US"/>
        </a:p>
      </dgm:t>
    </dgm:pt>
    <dgm:pt modelId="{72E2284A-B3DF-433A-B0A6-421D81754631}" type="sibTrans" cxnId="{F42BCB4C-A639-46A5-897E-E7128F2B84FE}">
      <dgm:prSet/>
      <dgm:spPr/>
      <dgm:t>
        <a:bodyPr/>
        <a:lstStyle/>
        <a:p>
          <a:endParaRPr lang="en-US"/>
        </a:p>
      </dgm:t>
    </dgm:pt>
    <dgm:pt modelId="{5FD85698-27ED-4E6E-B558-A491CC224879}">
      <dgm:prSet/>
      <dgm:spPr/>
      <dgm:t>
        <a:bodyPr/>
        <a:lstStyle/>
        <a:p>
          <a:r>
            <a:rPr lang="en-US"/>
            <a:t>• VariableList.m - User input variables</a:t>
          </a:r>
        </a:p>
      </dgm:t>
    </dgm:pt>
    <dgm:pt modelId="{C3F69C51-6027-440D-AC16-73447EA12541}" type="parTrans" cxnId="{BE8A2B67-72AC-4AB8-A2A8-8DE3A7D1A770}">
      <dgm:prSet/>
      <dgm:spPr/>
      <dgm:t>
        <a:bodyPr/>
        <a:lstStyle/>
        <a:p>
          <a:endParaRPr lang="en-US"/>
        </a:p>
      </dgm:t>
    </dgm:pt>
    <dgm:pt modelId="{F192B4A8-7CCD-4A69-9EEA-B332869C479E}" type="sibTrans" cxnId="{BE8A2B67-72AC-4AB8-A2A8-8DE3A7D1A770}">
      <dgm:prSet/>
      <dgm:spPr/>
      <dgm:t>
        <a:bodyPr/>
        <a:lstStyle/>
        <a:p>
          <a:endParaRPr lang="en-US"/>
        </a:p>
      </dgm:t>
    </dgm:pt>
    <dgm:pt modelId="{1832740D-CECE-49A5-A967-0D7742E0F374}">
      <dgm:prSet/>
      <dgm:spPr/>
      <dgm:t>
        <a:bodyPr/>
        <a:lstStyle/>
        <a:p>
          <a:r>
            <a:rPr lang="en-US"/>
            <a:t>• ExportToMaple.m - Export to Maple format</a:t>
          </a:r>
        </a:p>
      </dgm:t>
    </dgm:pt>
    <dgm:pt modelId="{3A639ED0-1AAD-4B70-8EFF-83FE5FD45C47}" type="parTrans" cxnId="{90BAD5C0-E10D-4A88-90A6-4F6A6AEDC84F}">
      <dgm:prSet/>
      <dgm:spPr/>
      <dgm:t>
        <a:bodyPr/>
        <a:lstStyle/>
        <a:p>
          <a:endParaRPr lang="en-US"/>
        </a:p>
      </dgm:t>
    </dgm:pt>
    <dgm:pt modelId="{096825D2-8B46-41FD-AD4B-64C35CE26333}" type="sibTrans" cxnId="{90BAD5C0-E10D-4A88-90A6-4F6A6AEDC84F}">
      <dgm:prSet/>
      <dgm:spPr/>
      <dgm:t>
        <a:bodyPr/>
        <a:lstStyle/>
        <a:p>
          <a:endParaRPr lang="en-US"/>
        </a:p>
      </dgm:t>
    </dgm:pt>
    <dgm:pt modelId="{6686CAF3-F38A-4108-900B-CFB2C46CD1D3}">
      <dgm:prSet/>
      <dgm:spPr/>
      <dgm:t>
        <a:bodyPr/>
        <a:lstStyle/>
        <a:p>
          <a:r>
            <a:rPr lang="en-US"/>
            <a:t>• LoadMapleValues.m - Import calculated values</a:t>
          </a:r>
        </a:p>
      </dgm:t>
    </dgm:pt>
    <dgm:pt modelId="{932EA0F2-4DBF-43D4-8830-07BB0D02E2A1}" type="parTrans" cxnId="{95C2F7C9-84D5-45F3-82AC-E494997F1286}">
      <dgm:prSet/>
      <dgm:spPr/>
      <dgm:t>
        <a:bodyPr/>
        <a:lstStyle/>
        <a:p>
          <a:endParaRPr lang="en-US"/>
        </a:p>
      </dgm:t>
    </dgm:pt>
    <dgm:pt modelId="{9AB5EB11-F828-4582-A7FC-9367D696D52F}" type="sibTrans" cxnId="{95C2F7C9-84D5-45F3-82AC-E494997F1286}">
      <dgm:prSet/>
      <dgm:spPr/>
      <dgm:t>
        <a:bodyPr/>
        <a:lstStyle/>
        <a:p>
          <a:endParaRPr lang="en-US"/>
        </a:p>
      </dgm:t>
    </dgm:pt>
    <dgm:pt modelId="{427B7DF6-77E1-4C4F-8A64-880A716A40F4}">
      <dgm:prSet/>
      <dgm:spPr/>
      <dgm:t>
        <a:bodyPr/>
        <a:lstStyle/>
        <a:p>
          <a:r>
            <a:rPr lang="en-US" b="1"/>
            <a:t>Maple Environment</a:t>
          </a:r>
          <a:endParaRPr lang="en-US"/>
        </a:p>
      </dgm:t>
    </dgm:pt>
    <dgm:pt modelId="{67CD2181-D19B-4D29-A39D-43F90C2850C1}" type="parTrans" cxnId="{D284A587-096A-42BC-8C43-81B8F2A4EF51}">
      <dgm:prSet/>
      <dgm:spPr/>
      <dgm:t>
        <a:bodyPr/>
        <a:lstStyle/>
        <a:p>
          <a:endParaRPr lang="en-US"/>
        </a:p>
      </dgm:t>
    </dgm:pt>
    <dgm:pt modelId="{E641CDD4-F5EC-428B-BE06-EB5B3D58CD17}" type="sibTrans" cxnId="{D284A587-096A-42BC-8C43-81B8F2A4EF51}">
      <dgm:prSet/>
      <dgm:spPr/>
      <dgm:t>
        <a:bodyPr/>
        <a:lstStyle/>
        <a:p>
          <a:endParaRPr lang="en-US"/>
        </a:p>
      </dgm:t>
    </dgm:pt>
    <dgm:pt modelId="{4BD60EBA-2C75-46F2-9C35-095E3BDC20C7}">
      <dgm:prSet/>
      <dgm:spPr/>
      <dgm:t>
        <a:bodyPr/>
        <a:lstStyle/>
        <a:p>
          <a:r>
            <a:rPr lang="en-US"/>
            <a:t>• MassBalanceVariables.mpl - Auto-generated variables</a:t>
          </a:r>
        </a:p>
      </dgm:t>
    </dgm:pt>
    <dgm:pt modelId="{0E04FB1B-8BA8-4C99-822A-CB8C0FE1ADDE}" type="parTrans" cxnId="{B4A318E8-8C23-48F0-88B7-FB05C6937CC7}">
      <dgm:prSet/>
      <dgm:spPr/>
      <dgm:t>
        <a:bodyPr/>
        <a:lstStyle/>
        <a:p>
          <a:endParaRPr lang="en-US"/>
        </a:p>
      </dgm:t>
    </dgm:pt>
    <dgm:pt modelId="{6DFECF60-A5F4-4549-A662-431064290E31}" type="sibTrans" cxnId="{B4A318E8-8C23-48F0-88B7-FB05C6937CC7}">
      <dgm:prSet/>
      <dgm:spPr/>
      <dgm:t>
        <a:bodyPr/>
        <a:lstStyle/>
        <a:p>
          <a:endParaRPr lang="en-US"/>
        </a:p>
      </dgm:t>
    </dgm:pt>
    <dgm:pt modelId="{FBD01A36-9063-41C9-A576-BA2ECECAF15C}">
      <dgm:prSet/>
      <dgm:spPr/>
      <dgm:t>
        <a:bodyPr/>
        <a:lstStyle/>
        <a:p>
          <a:r>
            <a:rPr lang="en-US"/>
            <a:t>• MassBalanceCalculation.mw - User equations</a:t>
          </a:r>
        </a:p>
      </dgm:t>
    </dgm:pt>
    <dgm:pt modelId="{7BDE71C9-C8DE-4952-A2BA-F0125800E3CA}" type="parTrans" cxnId="{037E8E71-1CF0-4512-9C38-6DF810F9B8F5}">
      <dgm:prSet/>
      <dgm:spPr/>
      <dgm:t>
        <a:bodyPr/>
        <a:lstStyle/>
        <a:p>
          <a:endParaRPr lang="en-US"/>
        </a:p>
      </dgm:t>
    </dgm:pt>
    <dgm:pt modelId="{6744CEEF-99BC-4424-BDDC-4B341E897E34}" type="sibTrans" cxnId="{037E8E71-1CF0-4512-9C38-6DF810F9B8F5}">
      <dgm:prSet/>
      <dgm:spPr/>
      <dgm:t>
        <a:bodyPr/>
        <a:lstStyle/>
        <a:p>
          <a:endParaRPr lang="en-US"/>
        </a:p>
      </dgm:t>
    </dgm:pt>
    <dgm:pt modelId="{C3F5037A-F1E8-4107-A6CB-572BB537714C}">
      <dgm:prSet/>
      <dgm:spPr/>
      <dgm:t>
        <a:bodyPr/>
        <a:lstStyle/>
        <a:p>
          <a:r>
            <a:rPr lang="en-US"/>
            <a:t>• ExportMapleToMatlab.mpl - Export results to MATLAB</a:t>
          </a:r>
        </a:p>
      </dgm:t>
    </dgm:pt>
    <dgm:pt modelId="{5B27FC47-B7CA-4944-9679-30283BCC291C}" type="parTrans" cxnId="{A1FE085D-0DED-444B-A627-C1369CDF380C}">
      <dgm:prSet/>
      <dgm:spPr/>
      <dgm:t>
        <a:bodyPr/>
        <a:lstStyle/>
        <a:p>
          <a:endParaRPr lang="en-US"/>
        </a:p>
      </dgm:t>
    </dgm:pt>
    <dgm:pt modelId="{76F19DEC-86F7-4E08-8C6C-E592F5CF15BD}" type="sibTrans" cxnId="{A1FE085D-0DED-444B-A627-C1369CDF380C}">
      <dgm:prSet/>
      <dgm:spPr/>
      <dgm:t>
        <a:bodyPr/>
        <a:lstStyle/>
        <a:p>
          <a:endParaRPr lang="en-US"/>
        </a:p>
      </dgm:t>
    </dgm:pt>
    <dgm:pt modelId="{B2309C6D-7C70-4775-BA00-A1E534F7F7B7}">
      <dgm:prSet/>
      <dgm:spPr/>
      <dgm:t>
        <a:bodyPr/>
        <a:lstStyle/>
        <a:p>
          <a:r>
            <a:rPr lang="en-US" b="1"/>
            <a:t>Output</a:t>
          </a:r>
          <a:endParaRPr lang="en-US"/>
        </a:p>
      </dgm:t>
    </dgm:pt>
    <dgm:pt modelId="{A61741BF-9555-4E84-8CF4-B15BCE74C312}" type="parTrans" cxnId="{AF13C55A-EFF0-4363-9778-B9D38E0DF2B2}">
      <dgm:prSet/>
      <dgm:spPr/>
      <dgm:t>
        <a:bodyPr/>
        <a:lstStyle/>
        <a:p>
          <a:endParaRPr lang="en-US"/>
        </a:p>
      </dgm:t>
    </dgm:pt>
    <dgm:pt modelId="{D0D2F3B6-E848-4555-AE04-EFAAAB2D4ED5}" type="sibTrans" cxnId="{AF13C55A-EFF0-4363-9778-B9D38E0DF2B2}">
      <dgm:prSet/>
      <dgm:spPr/>
      <dgm:t>
        <a:bodyPr/>
        <a:lstStyle/>
        <a:p>
          <a:endParaRPr lang="en-US"/>
        </a:p>
      </dgm:t>
    </dgm:pt>
    <dgm:pt modelId="{94DBDFD0-7B4D-4A24-AFC4-CD566DC7E2E7}">
      <dgm:prSet/>
      <dgm:spPr/>
      <dgm:t>
        <a:bodyPr/>
        <a:lstStyle/>
        <a:p>
          <a:r>
            <a:rPr lang="en-US"/>
            <a:t>• MapleExportedVariables.m - Calculated results</a:t>
          </a:r>
        </a:p>
      </dgm:t>
    </dgm:pt>
    <dgm:pt modelId="{D2B24363-B0E1-440E-B3F3-F42678DF0A9E}" type="parTrans" cxnId="{802D7EA2-922C-4551-B029-0C228DE899FE}">
      <dgm:prSet/>
      <dgm:spPr/>
      <dgm:t>
        <a:bodyPr/>
        <a:lstStyle/>
        <a:p>
          <a:endParaRPr lang="en-US"/>
        </a:p>
      </dgm:t>
    </dgm:pt>
    <dgm:pt modelId="{91853C0B-C8E9-4953-A645-94C86D5B39DD}" type="sibTrans" cxnId="{802D7EA2-922C-4551-B029-0C228DE899FE}">
      <dgm:prSet/>
      <dgm:spPr/>
      <dgm:t>
        <a:bodyPr/>
        <a:lstStyle/>
        <a:p>
          <a:endParaRPr lang="en-US"/>
        </a:p>
      </dgm:t>
    </dgm:pt>
    <dgm:pt modelId="{8BBEEDCE-F731-4CB9-AAE5-D3B8A4136D6B}">
      <dgm:prSet/>
      <dgm:spPr/>
      <dgm:t>
        <a:bodyPr/>
        <a:lstStyle/>
        <a:p>
          <a:r>
            <a:rPr lang="en-US"/>
            <a:t>• Updated System Composer model with solved values</a:t>
          </a:r>
        </a:p>
      </dgm:t>
    </dgm:pt>
    <dgm:pt modelId="{F04D3DFC-3C15-4A73-A6B4-EAE2769A7F8B}" type="parTrans" cxnId="{520B7B5B-05DE-4C20-AD1D-A8072553739F}">
      <dgm:prSet/>
      <dgm:spPr/>
      <dgm:t>
        <a:bodyPr/>
        <a:lstStyle/>
        <a:p>
          <a:endParaRPr lang="en-US"/>
        </a:p>
      </dgm:t>
    </dgm:pt>
    <dgm:pt modelId="{2E61CB2E-2B93-4831-910D-222EDDA5CEB5}" type="sibTrans" cxnId="{520B7B5B-05DE-4C20-AD1D-A8072553739F}">
      <dgm:prSet/>
      <dgm:spPr/>
      <dgm:t>
        <a:bodyPr/>
        <a:lstStyle/>
        <a:p>
          <a:endParaRPr lang="en-US"/>
        </a:p>
      </dgm:t>
    </dgm:pt>
    <dgm:pt modelId="{EDBED016-54A1-4043-94A8-032D97176B5A}" type="pres">
      <dgm:prSet presAssocID="{0CF6A3EB-2166-4970-9925-42E94E052C84}" presName="vert0" presStyleCnt="0">
        <dgm:presLayoutVars>
          <dgm:dir/>
          <dgm:animOne val="branch"/>
          <dgm:animLvl val="lvl"/>
        </dgm:presLayoutVars>
      </dgm:prSet>
      <dgm:spPr/>
    </dgm:pt>
    <dgm:pt modelId="{E95BEA61-A264-49CD-B520-A86E8E8066C7}" type="pres">
      <dgm:prSet presAssocID="{9FCF7040-2FB3-44E4-9D99-746B77D78327}" presName="thickLine" presStyleLbl="alignNode1" presStyleIdx="0" presStyleCnt="15"/>
      <dgm:spPr/>
    </dgm:pt>
    <dgm:pt modelId="{359605FB-0E43-4196-9E07-E53E1F1A6645}" type="pres">
      <dgm:prSet presAssocID="{9FCF7040-2FB3-44E4-9D99-746B77D78327}" presName="horz1" presStyleCnt="0"/>
      <dgm:spPr/>
    </dgm:pt>
    <dgm:pt modelId="{2348D58C-0C46-496D-A5B0-9EE4F8B4DD3F}" type="pres">
      <dgm:prSet presAssocID="{9FCF7040-2FB3-44E4-9D99-746B77D78327}" presName="tx1" presStyleLbl="revTx" presStyleIdx="0" presStyleCnt="15"/>
      <dgm:spPr/>
    </dgm:pt>
    <dgm:pt modelId="{E60659E2-7B5F-4A74-BB7E-A77B3BE246E7}" type="pres">
      <dgm:prSet presAssocID="{9FCF7040-2FB3-44E4-9D99-746B77D78327}" presName="vert1" presStyleCnt="0"/>
      <dgm:spPr/>
    </dgm:pt>
    <dgm:pt modelId="{ED414214-53DB-43CC-B54F-625CD1AFCD86}" type="pres">
      <dgm:prSet presAssocID="{4FE00FDA-0BE2-4B40-A3A8-B77A58C6B785}" presName="thickLine" presStyleLbl="alignNode1" presStyleIdx="1" presStyleCnt="15"/>
      <dgm:spPr/>
    </dgm:pt>
    <dgm:pt modelId="{9588F4B2-E16E-4E18-A530-90E4BC041656}" type="pres">
      <dgm:prSet presAssocID="{4FE00FDA-0BE2-4B40-A3A8-B77A58C6B785}" presName="horz1" presStyleCnt="0"/>
      <dgm:spPr/>
    </dgm:pt>
    <dgm:pt modelId="{2708A826-F487-42F5-B82E-9DE1BA59A652}" type="pres">
      <dgm:prSet presAssocID="{4FE00FDA-0BE2-4B40-A3A8-B77A58C6B785}" presName="tx1" presStyleLbl="revTx" presStyleIdx="1" presStyleCnt="15"/>
      <dgm:spPr/>
    </dgm:pt>
    <dgm:pt modelId="{93EAF8C8-7399-49ED-A440-AF0DFD102EF6}" type="pres">
      <dgm:prSet presAssocID="{4FE00FDA-0BE2-4B40-A3A8-B77A58C6B785}" presName="vert1" presStyleCnt="0"/>
      <dgm:spPr/>
    </dgm:pt>
    <dgm:pt modelId="{4E4D2491-CEE8-4036-953A-F76FEEB60731}" type="pres">
      <dgm:prSet presAssocID="{DFB25DC0-7AED-4655-8131-70BE6EE6EE56}" presName="thickLine" presStyleLbl="alignNode1" presStyleIdx="2" presStyleCnt="15"/>
      <dgm:spPr/>
    </dgm:pt>
    <dgm:pt modelId="{1AD8C2DB-64B7-4633-ADED-A78175A1647D}" type="pres">
      <dgm:prSet presAssocID="{DFB25DC0-7AED-4655-8131-70BE6EE6EE56}" presName="horz1" presStyleCnt="0"/>
      <dgm:spPr/>
    </dgm:pt>
    <dgm:pt modelId="{8875B800-D3DC-4CB5-AF5C-9B84A9298CE0}" type="pres">
      <dgm:prSet presAssocID="{DFB25DC0-7AED-4655-8131-70BE6EE6EE56}" presName="tx1" presStyleLbl="revTx" presStyleIdx="2" presStyleCnt="15"/>
      <dgm:spPr/>
    </dgm:pt>
    <dgm:pt modelId="{05618364-9056-4BCC-9F0F-E7CF9DF94940}" type="pres">
      <dgm:prSet presAssocID="{DFB25DC0-7AED-4655-8131-70BE6EE6EE56}" presName="vert1" presStyleCnt="0"/>
      <dgm:spPr/>
    </dgm:pt>
    <dgm:pt modelId="{3C31385F-0D14-4331-87DA-16A3DB139637}" type="pres">
      <dgm:prSet presAssocID="{26631081-86B1-4AB3-A10E-ED383DC7AD7B}" presName="thickLine" presStyleLbl="alignNode1" presStyleIdx="3" presStyleCnt="15"/>
      <dgm:spPr/>
    </dgm:pt>
    <dgm:pt modelId="{82F29BBB-9D6E-4802-BFDE-677E51A2D443}" type="pres">
      <dgm:prSet presAssocID="{26631081-86B1-4AB3-A10E-ED383DC7AD7B}" presName="horz1" presStyleCnt="0"/>
      <dgm:spPr/>
    </dgm:pt>
    <dgm:pt modelId="{DEC764A6-1D24-46C4-8FB7-72D19B66B0BF}" type="pres">
      <dgm:prSet presAssocID="{26631081-86B1-4AB3-A10E-ED383DC7AD7B}" presName="tx1" presStyleLbl="revTx" presStyleIdx="3" presStyleCnt="15"/>
      <dgm:spPr/>
    </dgm:pt>
    <dgm:pt modelId="{1BC39A09-5B45-4D0D-ABD9-98E0C4966ED4}" type="pres">
      <dgm:prSet presAssocID="{26631081-86B1-4AB3-A10E-ED383DC7AD7B}" presName="vert1" presStyleCnt="0"/>
      <dgm:spPr/>
    </dgm:pt>
    <dgm:pt modelId="{1586FE27-F15D-4A14-83AA-9385D2615A28}" type="pres">
      <dgm:prSet presAssocID="{ADA66E51-3C13-4805-9595-6D7782DD0EE7}" presName="thickLine" presStyleLbl="alignNode1" presStyleIdx="4" presStyleCnt="15"/>
      <dgm:spPr/>
    </dgm:pt>
    <dgm:pt modelId="{CEFA0CC1-61D2-46FA-A09F-5B4DDEEE14E4}" type="pres">
      <dgm:prSet presAssocID="{ADA66E51-3C13-4805-9595-6D7782DD0EE7}" presName="horz1" presStyleCnt="0"/>
      <dgm:spPr/>
    </dgm:pt>
    <dgm:pt modelId="{7886AFE7-B89C-4D12-AC11-95E5D2B785A6}" type="pres">
      <dgm:prSet presAssocID="{ADA66E51-3C13-4805-9595-6D7782DD0EE7}" presName="tx1" presStyleLbl="revTx" presStyleIdx="4" presStyleCnt="15"/>
      <dgm:spPr/>
    </dgm:pt>
    <dgm:pt modelId="{178CDBE2-8776-4BA9-B815-D2BBB87D9F47}" type="pres">
      <dgm:prSet presAssocID="{ADA66E51-3C13-4805-9595-6D7782DD0EE7}" presName="vert1" presStyleCnt="0"/>
      <dgm:spPr/>
    </dgm:pt>
    <dgm:pt modelId="{1209D80E-125D-4D25-937B-3074B077567D}" type="pres">
      <dgm:prSet presAssocID="{5FD85698-27ED-4E6E-B558-A491CC224879}" presName="thickLine" presStyleLbl="alignNode1" presStyleIdx="5" presStyleCnt="15"/>
      <dgm:spPr/>
    </dgm:pt>
    <dgm:pt modelId="{57ECD2AB-86FB-4DC4-9A14-45312633EBF1}" type="pres">
      <dgm:prSet presAssocID="{5FD85698-27ED-4E6E-B558-A491CC224879}" presName="horz1" presStyleCnt="0"/>
      <dgm:spPr/>
    </dgm:pt>
    <dgm:pt modelId="{690554CA-8CA2-4919-A7C9-9D7571029BCC}" type="pres">
      <dgm:prSet presAssocID="{5FD85698-27ED-4E6E-B558-A491CC224879}" presName="tx1" presStyleLbl="revTx" presStyleIdx="5" presStyleCnt="15"/>
      <dgm:spPr/>
    </dgm:pt>
    <dgm:pt modelId="{382ADC7C-3A45-445D-A879-F73D236270AF}" type="pres">
      <dgm:prSet presAssocID="{5FD85698-27ED-4E6E-B558-A491CC224879}" presName="vert1" presStyleCnt="0"/>
      <dgm:spPr/>
    </dgm:pt>
    <dgm:pt modelId="{FD993F2A-796A-479E-8DC6-BA249CECD1CA}" type="pres">
      <dgm:prSet presAssocID="{1832740D-CECE-49A5-A967-0D7742E0F374}" presName="thickLine" presStyleLbl="alignNode1" presStyleIdx="6" presStyleCnt="15"/>
      <dgm:spPr/>
    </dgm:pt>
    <dgm:pt modelId="{AA71196A-E85B-4DB2-B212-0247F361ACA0}" type="pres">
      <dgm:prSet presAssocID="{1832740D-CECE-49A5-A967-0D7742E0F374}" presName="horz1" presStyleCnt="0"/>
      <dgm:spPr/>
    </dgm:pt>
    <dgm:pt modelId="{52E34038-3FE5-4308-BA02-58CBADB69FFE}" type="pres">
      <dgm:prSet presAssocID="{1832740D-CECE-49A5-A967-0D7742E0F374}" presName="tx1" presStyleLbl="revTx" presStyleIdx="6" presStyleCnt="15"/>
      <dgm:spPr/>
    </dgm:pt>
    <dgm:pt modelId="{5111C418-05E7-46B4-848E-3324BB821367}" type="pres">
      <dgm:prSet presAssocID="{1832740D-CECE-49A5-A967-0D7742E0F374}" presName="vert1" presStyleCnt="0"/>
      <dgm:spPr/>
    </dgm:pt>
    <dgm:pt modelId="{86AE89E5-799F-45F3-9BF8-405E9E69C6B8}" type="pres">
      <dgm:prSet presAssocID="{6686CAF3-F38A-4108-900B-CFB2C46CD1D3}" presName="thickLine" presStyleLbl="alignNode1" presStyleIdx="7" presStyleCnt="15"/>
      <dgm:spPr/>
    </dgm:pt>
    <dgm:pt modelId="{5829008C-1E86-40F7-958D-E6175AE5BAC0}" type="pres">
      <dgm:prSet presAssocID="{6686CAF3-F38A-4108-900B-CFB2C46CD1D3}" presName="horz1" presStyleCnt="0"/>
      <dgm:spPr/>
    </dgm:pt>
    <dgm:pt modelId="{F5D60429-6D78-4BFB-A445-B2F5E7E4DDA2}" type="pres">
      <dgm:prSet presAssocID="{6686CAF3-F38A-4108-900B-CFB2C46CD1D3}" presName="tx1" presStyleLbl="revTx" presStyleIdx="7" presStyleCnt="15"/>
      <dgm:spPr/>
    </dgm:pt>
    <dgm:pt modelId="{37A2B359-53CC-4BE4-BE1A-47C09F1D8E95}" type="pres">
      <dgm:prSet presAssocID="{6686CAF3-F38A-4108-900B-CFB2C46CD1D3}" presName="vert1" presStyleCnt="0"/>
      <dgm:spPr/>
    </dgm:pt>
    <dgm:pt modelId="{1D04A9FF-B03D-4AE1-8AFF-8C50EE8ED6A4}" type="pres">
      <dgm:prSet presAssocID="{427B7DF6-77E1-4C4F-8A64-880A716A40F4}" presName="thickLine" presStyleLbl="alignNode1" presStyleIdx="8" presStyleCnt="15"/>
      <dgm:spPr/>
    </dgm:pt>
    <dgm:pt modelId="{302CE59C-9414-4D88-B5E0-32261678D4C8}" type="pres">
      <dgm:prSet presAssocID="{427B7DF6-77E1-4C4F-8A64-880A716A40F4}" presName="horz1" presStyleCnt="0"/>
      <dgm:spPr/>
    </dgm:pt>
    <dgm:pt modelId="{3C227FAC-104C-4AB9-8697-CA4557CD397C}" type="pres">
      <dgm:prSet presAssocID="{427B7DF6-77E1-4C4F-8A64-880A716A40F4}" presName="tx1" presStyleLbl="revTx" presStyleIdx="8" presStyleCnt="15"/>
      <dgm:spPr/>
    </dgm:pt>
    <dgm:pt modelId="{A5429D10-57A9-4477-ABA1-FC0F0218A45C}" type="pres">
      <dgm:prSet presAssocID="{427B7DF6-77E1-4C4F-8A64-880A716A40F4}" presName="vert1" presStyleCnt="0"/>
      <dgm:spPr/>
    </dgm:pt>
    <dgm:pt modelId="{737EEFE8-439F-4720-AB8B-16E3BFFC8F6E}" type="pres">
      <dgm:prSet presAssocID="{4BD60EBA-2C75-46F2-9C35-095E3BDC20C7}" presName="thickLine" presStyleLbl="alignNode1" presStyleIdx="9" presStyleCnt="15"/>
      <dgm:spPr/>
    </dgm:pt>
    <dgm:pt modelId="{5152C79F-2F54-4ECF-A5F4-81404956888D}" type="pres">
      <dgm:prSet presAssocID="{4BD60EBA-2C75-46F2-9C35-095E3BDC20C7}" presName="horz1" presStyleCnt="0"/>
      <dgm:spPr/>
    </dgm:pt>
    <dgm:pt modelId="{5ECCEC99-851F-4D88-8169-A818B4160E7C}" type="pres">
      <dgm:prSet presAssocID="{4BD60EBA-2C75-46F2-9C35-095E3BDC20C7}" presName="tx1" presStyleLbl="revTx" presStyleIdx="9" presStyleCnt="15"/>
      <dgm:spPr/>
    </dgm:pt>
    <dgm:pt modelId="{0088D6D3-A7AD-4368-85B0-9A0F9DD733A3}" type="pres">
      <dgm:prSet presAssocID="{4BD60EBA-2C75-46F2-9C35-095E3BDC20C7}" presName="vert1" presStyleCnt="0"/>
      <dgm:spPr/>
    </dgm:pt>
    <dgm:pt modelId="{3244CE2E-50B2-48D7-9F7D-A0FB87EBCD29}" type="pres">
      <dgm:prSet presAssocID="{FBD01A36-9063-41C9-A576-BA2ECECAF15C}" presName="thickLine" presStyleLbl="alignNode1" presStyleIdx="10" presStyleCnt="15"/>
      <dgm:spPr/>
    </dgm:pt>
    <dgm:pt modelId="{1A6448C1-1D66-448D-9061-5945A963A216}" type="pres">
      <dgm:prSet presAssocID="{FBD01A36-9063-41C9-A576-BA2ECECAF15C}" presName="horz1" presStyleCnt="0"/>
      <dgm:spPr/>
    </dgm:pt>
    <dgm:pt modelId="{C3478066-77CE-469F-A08A-DB57574CCC22}" type="pres">
      <dgm:prSet presAssocID="{FBD01A36-9063-41C9-A576-BA2ECECAF15C}" presName="tx1" presStyleLbl="revTx" presStyleIdx="10" presStyleCnt="15"/>
      <dgm:spPr/>
    </dgm:pt>
    <dgm:pt modelId="{D9D2A842-5888-4329-810E-0FC8F42219BA}" type="pres">
      <dgm:prSet presAssocID="{FBD01A36-9063-41C9-A576-BA2ECECAF15C}" presName="vert1" presStyleCnt="0"/>
      <dgm:spPr/>
    </dgm:pt>
    <dgm:pt modelId="{2D852765-F8B2-4E54-B903-A41F73515F7C}" type="pres">
      <dgm:prSet presAssocID="{C3F5037A-F1E8-4107-A6CB-572BB537714C}" presName="thickLine" presStyleLbl="alignNode1" presStyleIdx="11" presStyleCnt="15"/>
      <dgm:spPr/>
    </dgm:pt>
    <dgm:pt modelId="{ECE44BC0-B281-4783-A700-F182428AFCF5}" type="pres">
      <dgm:prSet presAssocID="{C3F5037A-F1E8-4107-A6CB-572BB537714C}" presName="horz1" presStyleCnt="0"/>
      <dgm:spPr/>
    </dgm:pt>
    <dgm:pt modelId="{73DAD434-9318-46D6-9CB2-B8A5AF878EB7}" type="pres">
      <dgm:prSet presAssocID="{C3F5037A-F1E8-4107-A6CB-572BB537714C}" presName="tx1" presStyleLbl="revTx" presStyleIdx="11" presStyleCnt="15"/>
      <dgm:spPr/>
    </dgm:pt>
    <dgm:pt modelId="{0D0D2384-4DEF-4F02-8930-7C02FFD22227}" type="pres">
      <dgm:prSet presAssocID="{C3F5037A-F1E8-4107-A6CB-572BB537714C}" presName="vert1" presStyleCnt="0"/>
      <dgm:spPr/>
    </dgm:pt>
    <dgm:pt modelId="{35332054-92AA-42B8-B0D4-5B559C9B160D}" type="pres">
      <dgm:prSet presAssocID="{B2309C6D-7C70-4775-BA00-A1E534F7F7B7}" presName="thickLine" presStyleLbl="alignNode1" presStyleIdx="12" presStyleCnt="15"/>
      <dgm:spPr/>
    </dgm:pt>
    <dgm:pt modelId="{40FC52A2-B5BD-4CB3-A44E-9FF528FC02B9}" type="pres">
      <dgm:prSet presAssocID="{B2309C6D-7C70-4775-BA00-A1E534F7F7B7}" presName="horz1" presStyleCnt="0"/>
      <dgm:spPr/>
    </dgm:pt>
    <dgm:pt modelId="{9EEC03FC-28C3-4EFB-99A2-5791C639A1F3}" type="pres">
      <dgm:prSet presAssocID="{B2309C6D-7C70-4775-BA00-A1E534F7F7B7}" presName="tx1" presStyleLbl="revTx" presStyleIdx="12" presStyleCnt="15"/>
      <dgm:spPr/>
    </dgm:pt>
    <dgm:pt modelId="{9C31AB64-E0CF-4F97-BB7A-D1480B7607D2}" type="pres">
      <dgm:prSet presAssocID="{B2309C6D-7C70-4775-BA00-A1E534F7F7B7}" presName="vert1" presStyleCnt="0"/>
      <dgm:spPr/>
    </dgm:pt>
    <dgm:pt modelId="{89FE2C89-8C1C-4A9F-88DB-687629808A04}" type="pres">
      <dgm:prSet presAssocID="{94DBDFD0-7B4D-4A24-AFC4-CD566DC7E2E7}" presName="thickLine" presStyleLbl="alignNode1" presStyleIdx="13" presStyleCnt="15"/>
      <dgm:spPr/>
    </dgm:pt>
    <dgm:pt modelId="{33AED0A1-0AB9-4B55-8AF8-4CCAB3A7023A}" type="pres">
      <dgm:prSet presAssocID="{94DBDFD0-7B4D-4A24-AFC4-CD566DC7E2E7}" presName="horz1" presStyleCnt="0"/>
      <dgm:spPr/>
    </dgm:pt>
    <dgm:pt modelId="{CE9083F3-A4FE-4418-904C-4CDE6854E036}" type="pres">
      <dgm:prSet presAssocID="{94DBDFD0-7B4D-4A24-AFC4-CD566DC7E2E7}" presName="tx1" presStyleLbl="revTx" presStyleIdx="13" presStyleCnt="15"/>
      <dgm:spPr/>
    </dgm:pt>
    <dgm:pt modelId="{61270A98-4FCE-4C3A-BE02-EB506C952A24}" type="pres">
      <dgm:prSet presAssocID="{94DBDFD0-7B4D-4A24-AFC4-CD566DC7E2E7}" presName="vert1" presStyleCnt="0"/>
      <dgm:spPr/>
    </dgm:pt>
    <dgm:pt modelId="{CFE993D5-F0AA-422E-8EAD-71A61A01CB72}" type="pres">
      <dgm:prSet presAssocID="{8BBEEDCE-F731-4CB9-AAE5-D3B8A4136D6B}" presName="thickLine" presStyleLbl="alignNode1" presStyleIdx="14" presStyleCnt="15"/>
      <dgm:spPr/>
    </dgm:pt>
    <dgm:pt modelId="{6DF83D31-00CC-49B1-8908-8875014EE2A6}" type="pres">
      <dgm:prSet presAssocID="{8BBEEDCE-F731-4CB9-AAE5-D3B8A4136D6B}" presName="horz1" presStyleCnt="0"/>
      <dgm:spPr/>
    </dgm:pt>
    <dgm:pt modelId="{754E2EFE-DE4F-495C-B0AC-15A6CED5F1CA}" type="pres">
      <dgm:prSet presAssocID="{8BBEEDCE-F731-4CB9-AAE5-D3B8A4136D6B}" presName="tx1" presStyleLbl="revTx" presStyleIdx="14" presStyleCnt="15"/>
      <dgm:spPr/>
    </dgm:pt>
    <dgm:pt modelId="{F4BBED1B-EA9B-4D30-9BA6-CAB4C42CCCD3}" type="pres">
      <dgm:prSet presAssocID="{8BBEEDCE-F731-4CB9-AAE5-D3B8A4136D6B}" presName="vert1" presStyleCnt="0"/>
      <dgm:spPr/>
    </dgm:pt>
  </dgm:ptLst>
  <dgm:cxnLst>
    <dgm:cxn modelId="{49B7F308-8DAA-44D2-898B-9411723D4A2A}" srcId="{0CF6A3EB-2166-4970-9925-42E94E052C84}" destId="{DFB25DC0-7AED-4655-8131-70BE6EE6EE56}" srcOrd="2" destOrd="0" parTransId="{897E79BA-2874-43AF-94B2-EAAC48CBA6D4}" sibTransId="{2A247070-42DA-41A0-8245-CB2D7BCFB514}"/>
    <dgm:cxn modelId="{C6E16D09-1C8C-4361-9C8F-CE2E551756DD}" type="presOf" srcId="{6686CAF3-F38A-4108-900B-CFB2C46CD1D3}" destId="{F5D60429-6D78-4BFB-A445-B2F5E7E4DDA2}" srcOrd="0" destOrd="0" presId="urn:microsoft.com/office/officeart/2008/layout/LinedList"/>
    <dgm:cxn modelId="{E1EC9B0A-40FC-4B87-8AF2-9760A3133B8B}" srcId="{0CF6A3EB-2166-4970-9925-42E94E052C84}" destId="{26631081-86B1-4AB3-A10E-ED383DC7AD7B}" srcOrd="3" destOrd="0" parTransId="{BF27032F-5F17-4BCB-8380-3DC3C3FCB571}" sibTransId="{96036F0F-8FEA-4C41-88F3-137DB4B0EE6A}"/>
    <dgm:cxn modelId="{50004B17-6CEB-4080-9BE9-90657B7412D7}" srcId="{0CF6A3EB-2166-4970-9925-42E94E052C84}" destId="{9FCF7040-2FB3-44E4-9D99-746B77D78327}" srcOrd="0" destOrd="0" parTransId="{30FB03A6-39D0-4265-8F3E-8D24FF0F77F4}" sibTransId="{080DC2DB-8B5B-4EFA-8543-A44971B96432}"/>
    <dgm:cxn modelId="{520B7B5B-05DE-4C20-AD1D-A8072553739F}" srcId="{0CF6A3EB-2166-4970-9925-42E94E052C84}" destId="{8BBEEDCE-F731-4CB9-AAE5-D3B8A4136D6B}" srcOrd="14" destOrd="0" parTransId="{F04D3DFC-3C15-4A73-A6B4-EAE2769A7F8B}" sibTransId="{2E61CB2E-2B93-4831-910D-222EDDA5CEB5}"/>
    <dgm:cxn modelId="{A1FE085D-0DED-444B-A627-C1369CDF380C}" srcId="{0CF6A3EB-2166-4970-9925-42E94E052C84}" destId="{C3F5037A-F1E8-4107-A6CB-572BB537714C}" srcOrd="11" destOrd="0" parTransId="{5B27FC47-B7CA-4944-9679-30283BCC291C}" sibTransId="{76F19DEC-86F7-4E08-8C6C-E592F5CF15BD}"/>
    <dgm:cxn modelId="{ED785542-198C-4701-818C-D76CF22E0D66}" srcId="{0CF6A3EB-2166-4970-9925-42E94E052C84}" destId="{4FE00FDA-0BE2-4B40-A3A8-B77A58C6B785}" srcOrd="1" destOrd="0" parTransId="{0C2FE9A5-2C2D-4FF4-9418-D1B87A6E0A7A}" sibTransId="{1F23322D-23D5-4678-889A-3982D14DFFBC}"/>
    <dgm:cxn modelId="{BE8A2B67-72AC-4AB8-A2A8-8DE3A7D1A770}" srcId="{0CF6A3EB-2166-4970-9925-42E94E052C84}" destId="{5FD85698-27ED-4E6E-B558-A491CC224879}" srcOrd="5" destOrd="0" parTransId="{C3F69C51-6027-440D-AC16-73447EA12541}" sibTransId="{F192B4A8-7CCD-4A69-9EEA-B332869C479E}"/>
    <dgm:cxn modelId="{F42BCB4C-A639-46A5-897E-E7128F2B84FE}" srcId="{0CF6A3EB-2166-4970-9925-42E94E052C84}" destId="{ADA66E51-3C13-4805-9595-6D7782DD0EE7}" srcOrd="4" destOrd="0" parTransId="{D2AF9901-69CA-4DAF-8044-52168AC5B95B}" sibTransId="{72E2284A-B3DF-433A-B0A6-421D81754631}"/>
    <dgm:cxn modelId="{CEA3246D-628C-4150-A20E-93A6364EB28C}" type="presOf" srcId="{427B7DF6-77E1-4C4F-8A64-880A716A40F4}" destId="{3C227FAC-104C-4AB9-8697-CA4557CD397C}" srcOrd="0" destOrd="0" presId="urn:microsoft.com/office/officeart/2008/layout/LinedList"/>
    <dgm:cxn modelId="{BDC97C71-AEA8-461C-A649-C4F4BFED6750}" type="presOf" srcId="{9FCF7040-2FB3-44E4-9D99-746B77D78327}" destId="{2348D58C-0C46-496D-A5B0-9EE4F8B4DD3F}" srcOrd="0" destOrd="0" presId="urn:microsoft.com/office/officeart/2008/layout/LinedList"/>
    <dgm:cxn modelId="{037E8E71-1CF0-4512-9C38-6DF810F9B8F5}" srcId="{0CF6A3EB-2166-4970-9925-42E94E052C84}" destId="{FBD01A36-9063-41C9-A576-BA2ECECAF15C}" srcOrd="10" destOrd="0" parTransId="{7BDE71C9-C8DE-4952-A2BA-F0125800E3CA}" sibTransId="{6744CEEF-99BC-4424-BDDC-4B341E897E34}"/>
    <dgm:cxn modelId="{AF13C55A-EFF0-4363-9778-B9D38E0DF2B2}" srcId="{0CF6A3EB-2166-4970-9925-42E94E052C84}" destId="{B2309C6D-7C70-4775-BA00-A1E534F7F7B7}" srcOrd="12" destOrd="0" parTransId="{A61741BF-9555-4E84-8CF4-B15BCE74C312}" sibTransId="{D0D2F3B6-E848-4555-AE04-EFAAAB2D4ED5}"/>
    <dgm:cxn modelId="{2C72597C-E750-44DC-87A7-8B9D4D25DC7E}" type="presOf" srcId="{5FD85698-27ED-4E6E-B558-A491CC224879}" destId="{690554CA-8CA2-4919-A7C9-9D7571029BCC}" srcOrd="0" destOrd="0" presId="urn:microsoft.com/office/officeart/2008/layout/LinedList"/>
    <dgm:cxn modelId="{D284A587-096A-42BC-8C43-81B8F2A4EF51}" srcId="{0CF6A3EB-2166-4970-9925-42E94E052C84}" destId="{427B7DF6-77E1-4C4F-8A64-880A716A40F4}" srcOrd="8" destOrd="0" parTransId="{67CD2181-D19B-4D29-A39D-43F90C2850C1}" sibTransId="{E641CDD4-F5EC-428B-BE06-EB5B3D58CD17}"/>
    <dgm:cxn modelId="{0BE1E08D-934C-45F5-A424-E8424DA47BC6}" type="presOf" srcId="{8BBEEDCE-F731-4CB9-AAE5-D3B8A4136D6B}" destId="{754E2EFE-DE4F-495C-B0AC-15A6CED5F1CA}" srcOrd="0" destOrd="0" presId="urn:microsoft.com/office/officeart/2008/layout/LinedList"/>
    <dgm:cxn modelId="{11DF008F-5B43-4742-B019-A6D124348690}" type="presOf" srcId="{DFB25DC0-7AED-4655-8131-70BE6EE6EE56}" destId="{8875B800-D3DC-4CB5-AF5C-9B84A9298CE0}" srcOrd="0" destOrd="0" presId="urn:microsoft.com/office/officeart/2008/layout/LinedList"/>
    <dgm:cxn modelId="{9ED22992-6081-47AD-9A50-3EDAD5F49983}" type="presOf" srcId="{94DBDFD0-7B4D-4A24-AFC4-CD566DC7E2E7}" destId="{CE9083F3-A4FE-4418-904C-4CDE6854E036}" srcOrd="0" destOrd="0" presId="urn:microsoft.com/office/officeart/2008/layout/LinedList"/>
    <dgm:cxn modelId="{802D7EA2-922C-4551-B029-0C228DE899FE}" srcId="{0CF6A3EB-2166-4970-9925-42E94E052C84}" destId="{94DBDFD0-7B4D-4A24-AFC4-CD566DC7E2E7}" srcOrd="13" destOrd="0" parTransId="{D2B24363-B0E1-440E-B3F3-F42678DF0A9E}" sibTransId="{91853C0B-C8E9-4953-A645-94C86D5B39DD}"/>
    <dgm:cxn modelId="{0D02B2A2-4B03-4709-9376-FDDEB27CB3F9}" type="presOf" srcId="{B2309C6D-7C70-4775-BA00-A1E534F7F7B7}" destId="{9EEC03FC-28C3-4EFB-99A2-5791C639A1F3}" srcOrd="0" destOrd="0" presId="urn:microsoft.com/office/officeart/2008/layout/LinedList"/>
    <dgm:cxn modelId="{C738E2AA-1239-4E73-88D3-84625E851100}" type="presOf" srcId="{26631081-86B1-4AB3-A10E-ED383DC7AD7B}" destId="{DEC764A6-1D24-46C4-8FB7-72D19B66B0BF}" srcOrd="0" destOrd="0" presId="urn:microsoft.com/office/officeart/2008/layout/LinedList"/>
    <dgm:cxn modelId="{90BAD5C0-E10D-4A88-90A6-4F6A6AEDC84F}" srcId="{0CF6A3EB-2166-4970-9925-42E94E052C84}" destId="{1832740D-CECE-49A5-A967-0D7742E0F374}" srcOrd="6" destOrd="0" parTransId="{3A639ED0-1AAD-4B70-8EFF-83FE5FD45C47}" sibTransId="{096825D2-8B46-41FD-AD4B-64C35CE26333}"/>
    <dgm:cxn modelId="{F93EBAC8-CF7E-4EA5-9FA4-B0A93C6524C9}" type="presOf" srcId="{ADA66E51-3C13-4805-9595-6D7782DD0EE7}" destId="{7886AFE7-B89C-4D12-AC11-95E5D2B785A6}" srcOrd="0" destOrd="0" presId="urn:microsoft.com/office/officeart/2008/layout/LinedList"/>
    <dgm:cxn modelId="{BFB46AC9-5773-43EE-B3E8-6CE168FF6FB5}" type="presOf" srcId="{1832740D-CECE-49A5-A967-0D7742E0F374}" destId="{52E34038-3FE5-4308-BA02-58CBADB69FFE}" srcOrd="0" destOrd="0" presId="urn:microsoft.com/office/officeart/2008/layout/LinedList"/>
    <dgm:cxn modelId="{95C2F7C9-84D5-45F3-82AC-E494997F1286}" srcId="{0CF6A3EB-2166-4970-9925-42E94E052C84}" destId="{6686CAF3-F38A-4108-900B-CFB2C46CD1D3}" srcOrd="7" destOrd="0" parTransId="{932EA0F2-4DBF-43D4-8830-07BB0D02E2A1}" sibTransId="{9AB5EB11-F828-4582-A7FC-9367D696D52F}"/>
    <dgm:cxn modelId="{51CF91E0-2B52-48F0-9301-7A9109A2B54D}" type="presOf" srcId="{4BD60EBA-2C75-46F2-9C35-095E3BDC20C7}" destId="{5ECCEC99-851F-4D88-8169-A818B4160E7C}" srcOrd="0" destOrd="0" presId="urn:microsoft.com/office/officeart/2008/layout/LinedList"/>
    <dgm:cxn modelId="{3E85E9E1-EF13-4AE9-8247-3054B592B1C2}" type="presOf" srcId="{4FE00FDA-0BE2-4B40-A3A8-B77A58C6B785}" destId="{2708A826-F487-42F5-B82E-9DE1BA59A652}" srcOrd="0" destOrd="0" presId="urn:microsoft.com/office/officeart/2008/layout/LinedList"/>
    <dgm:cxn modelId="{DF8238E4-0410-462C-94A5-8845F4B5D5A6}" type="presOf" srcId="{0CF6A3EB-2166-4970-9925-42E94E052C84}" destId="{EDBED016-54A1-4043-94A8-032D97176B5A}" srcOrd="0" destOrd="0" presId="urn:microsoft.com/office/officeart/2008/layout/LinedList"/>
    <dgm:cxn modelId="{B4A318E8-8C23-48F0-88B7-FB05C6937CC7}" srcId="{0CF6A3EB-2166-4970-9925-42E94E052C84}" destId="{4BD60EBA-2C75-46F2-9C35-095E3BDC20C7}" srcOrd="9" destOrd="0" parTransId="{0E04FB1B-8BA8-4C99-822A-CB8C0FE1ADDE}" sibTransId="{6DFECF60-A5F4-4549-A662-431064290E31}"/>
    <dgm:cxn modelId="{9ED92FF7-F61B-4C98-8C69-8A1E58796DF1}" type="presOf" srcId="{FBD01A36-9063-41C9-A576-BA2ECECAF15C}" destId="{C3478066-77CE-469F-A08A-DB57574CCC22}" srcOrd="0" destOrd="0" presId="urn:microsoft.com/office/officeart/2008/layout/LinedList"/>
    <dgm:cxn modelId="{E6A12BF8-F9D0-406D-8419-4572FE3379E6}" type="presOf" srcId="{C3F5037A-F1E8-4107-A6CB-572BB537714C}" destId="{73DAD434-9318-46D6-9CB2-B8A5AF878EB7}" srcOrd="0" destOrd="0" presId="urn:microsoft.com/office/officeart/2008/layout/LinedList"/>
    <dgm:cxn modelId="{8EC89341-B370-4ECB-B339-8C9D6C0BDFD6}" type="presParOf" srcId="{EDBED016-54A1-4043-94A8-032D97176B5A}" destId="{E95BEA61-A264-49CD-B520-A86E8E8066C7}" srcOrd="0" destOrd="0" presId="urn:microsoft.com/office/officeart/2008/layout/LinedList"/>
    <dgm:cxn modelId="{4B02C2CE-4CF4-4CBF-9CEE-8D162586F9C0}" type="presParOf" srcId="{EDBED016-54A1-4043-94A8-032D97176B5A}" destId="{359605FB-0E43-4196-9E07-E53E1F1A6645}" srcOrd="1" destOrd="0" presId="urn:microsoft.com/office/officeart/2008/layout/LinedList"/>
    <dgm:cxn modelId="{04DA7BE6-D25D-4EDB-BDE3-386CBA1F1A85}" type="presParOf" srcId="{359605FB-0E43-4196-9E07-E53E1F1A6645}" destId="{2348D58C-0C46-496D-A5B0-9EE4F8B4DD3F}" srcOrd="0" destOrd="0" presId="urn:microsoft.com/office/officeart/2008/layout/LinedList"/>
    <dgm:cxn modelId="{2F291E29-7167-45BA-9A4F-7645A7E39457}" type="presParOf" srcId="{359605FB-0E43-4196-9E07-E53E1F1A6645}" destId="{E60659E2-7B5F-4A74-BB7E-A77B3BE246E7}" srcOrd="1" destOrd="0" presId="urn:microsoft.com/office/officeart/2008/layout/LinedList"/>
    <dgm:cxn modelId="{9F2155DD-C86B-43B8-AC88-82DB11667A77}" type="presParOf" srcId="{EDBED016-54A1-4043-94A8-032D97176B5A}" destId="{ED414214-53DB-43CC-B54F-625CD1AFCD86}" srcOrd="2" destOrd="0" presId="urn:microsoft.com/office/officeart/2008/layout/LinedList"/>
    <dgm:cxn modelId="{A33E97A1-7E25-40CD-9C7A-C8D47D1F64F2}" type="presParOf" srcId="{EDBED016-54A1-4043-94A8-032D97176B5A}" destId="{9588F4B2-E16E-4E18-A530-90E4BC041656}" srcOrd="3" destOrd="0" presId="urn:microsoft.com/office/officeart/2008/layout/LinedList"/>
    <dgm:cxn modelId="{BC448B78-1DCF-4FBB-9BB7-B86F32C7A519}" type="presParOf" srcId="{9588F4B2-E16E-4E18-A530-90E4BC041656}" destId="{2708A826-F487-42F5-B82E-9DE1BA59A652}" srcOrd="0" destOrd="0" presId="urn:microsoft.com/office/officeart/2008/layout/LinedList"/>
    <dgm:cxn modelId="{CC0F8ED0-CDA8-4923-A78D-1870D3A0CC10}" type="presParOf" srcId="{9588F4B2-E16E-4E18-A530-90E4BC041656}" destId="{93EAF8C8-7399-49ED-A440-AF0DFD102EF6}" srcOrd="1" destOrd="0" presId="urn:microsoft.com/office/officeart/2008/layout/LinedList"/>
    <dgm:cxn modelId="{83838383-7BEE-4308-B114-44B5DD7C39A3}" type="presParOf" srcId="{EDBED016-54A1-4043-94A8-032D97176B5A}" destId="{4E4D2491-CEE8-4036-953A-F76FEEB60731}" srcOrd="4" destOrd="0" presId="urn:microsoft.com/office/officeart/2008/layout/LinedList"/>
    <dgm:cxn modelId="{3F8BF21B-CD69-4F2A-A391-04B9745F5360}" type="presParOf" srcId="{EDBED016-54A1-4043-94A8-032D97176B5A}" destId="{1AD8C2DB-64B7-4633-ADED-A78175A1647D}" srcOrd="5" destOrd="0" presId="urn:microsoft.com/office/officeart/2008/layout/LinedList"/>
    <dgm:cxn modelId="{5EC1179B-9E63-4374-A7BF-4873EFE54F5F}" type="presParOf" srcId="{1AD8C2DB-64B7-4633-ADED-A78175A1647D}" destId="{8875B800-D3DC-4CB5-AF5C-9B84A9298CE0}" srcOrd="0" destOrd="0" presId="urn:microsoft.com/office/officeart/2008/layout/LinedList"/>
    <dgm:cxn modelId="{ECFD6A62-45FD-4C26-B732-6736E1FFCF4A}" type="presParOf" srcId="{1AD8C2DB-64B7-4633-ADED-A78175A1647D}" destId="{05618364-9056-4BCC-9F0F-E7CF9DF94940}" srcOrd="1" destOrd="0" presId="urn:microsoft.com/office/officeart/2008/layout/LinedList"/>
    <dgm:cxn modelId="{B1754A2A-E454-41D8-836F-D6591F4C4306}" type="presParOf" srcId="{EDBED016-54A1-4043-94A8-032D97176B5A}" destId="{3C31385F-0D14-4331-87DA-16A3DB139637}" srcOrd="6" destOrd="0" presId="urn:microsoft.com/office/officeart/2008/layout/LinedList"/>
    <dgm:cxn modelId="{87CA4474-256A-4114-82E5-56C25D6F3045}" type="presParOf" srcId="{EDBED016-54A1-4043-94A8-032D97176B5A}" destId="{82F29BBB-9D6E-4802-BFDE-677E51A2D443}" srcOrd="7" destOrd="0" presId="urn:microsoft.com/office/officeart/2008/layout/LinedList"/>
    <dgm:cxn modelId="{293B4734-EBD9-478D-BA91-6014EEA04C35}" type="presParOf" srcId="{82F29BBB-9D6E-4802-BFDE-677E51A2D443}" destId="{DEC764A6-1D24-46C4-8FB7-72D19B66B0BF}" srcOrd="0" destOrd="0" presId="urn:microsoft.com/office/officeart/2008/layout/LinedList"/>
    <dgm:cxn modelId="{B176EA98-AC42-4D93-9D76-073E50B6D85C}" type="presParOf" srcId="{82F29BBB-9D6E-4802-BFDE-677E51A2D443}" destId="{1BC39A09-5B45-4D0D-ABD9-98E0C4966ED4}" srcOrd="1" destOrd="0" presId="urn:microsoft.com/office/officeart/2008/layout/LinedList"/>
    <dgm:cxn modelId="{A2828C35-6718-4704-A46F-829BB937AD34}" type="presParOf" srcId="{EDBED016-54A1-4043-94A8-032D97176B5A}" destId="{1586FE27-F15D-4A14-83AA-9385D2615A28}" srcOrd="8" destOrd="0" presId="urn:microsoft.com/office/officeart/2008/layout/LinedList"/>
    <dgm:cxn modelId="{F59DED4C-4EFF-443E-8AA4-4BB75E60510C}" type="presParOf" srcId="{EDBED016-54A1-4043-94A8-032D97176B5A}" destId="{CEFA0CC1-61D2-46FA-A09F-5B4DDEEE14E4}" srcOrd="9" destOrd="0" presId="urn:microsoft.com/office/officeart/2008/layout/LinedList"/>
    <dgm:cxn modelId="{BC41D10D-D2DA-4135-907A-CC3F2E141CAA}" type="presParOf" srcId="{CEFA0CC1-61D2-46FA-A09F-5B4DDEEE14E4}" destId="{7886AFE7-B89C-4D12-AC11-95E5D2B785A6}" srcOrd="0" destOrd="0" presId="urn:microsoft.com/office/officeart/2008/layout/LinedList"/>
    <dgm:cxn modelId="{5C7BB8F9-18A8-499F-AE66-D150329BDEC9}" type="presParOf" srcId="{CEFA0CC1-61D2-46FA-A09F-5B4DDEEE14E4}" destId="{178CDBE2-8776-4BA9-B815-D2BBB87D9F47}" srcOrd="1" destOrd="0" presId="urn:microsoft.com/office/officeart/2008/layout/LinedList"/>
    <dgm:cxn modelId="{E510B078-0163-44F2-A93B-83C1809724E4}" type="presParOf" srcId="{EDBED016-54A1-4043-94A8-032D97176B5A}" destId="{1209D80E-125D-4D25-937B-3074B077567D}" srcOrd="10" destOrd="0" presId="urn:microsoft.com/office/officeart/2008/layout/LinedList"/>
    <dgm:cxn modelId="{94EA2E96-FE9E-4D2D-ADAE-7A94068D05B1}" type="presParOf" srcId="{EDBED016-54A1-4043-94A8-032D97176B5A}" destId="{57ECD2AB-86FB-4DC4-9A14-45312633EBF1}" srcOrd="11" destOrd="0" presId="urn:microsoft.com/office/officeart/2008/layout/LinedList"/>
    <dgm:cxn modelId="{4251EC7F-42C7-49C3-A789-FDB69D242F72}" type="presParOf" srcId="{57ECD2AB-86FB-4DC4-9A14-45312633EBF1}" destId="{690554CA-8CA2-4919-A7C9-9D7571029BCC}" srcOrd="0" destOrd="0" presId="urn:microsoft.com/office/officeart/2008/layout/LinedList"/>
    <dgm:cxn modelId="{F0AC5168-F588-465F-A1CB-995E297974C5}" type="presParOf" srcId="{57ECD2AB-86FB-4DC4-9A14-45312633EBF1}" destId="{382ADC7C-3A45-445D-A879-F73D236270AF}" srcOrd="1" destOrd="0" presId="urn:microsoft.com/office/officeart/2008/layout/LinedList"/>
    <dgm:cxn modelId="{990E6989-EC26-4258-8B19-60E368CAB370}" type="presParOf" srcId="{EDBED016-54A1-4043-94A8-032D97176B5A}" destId="{FD993F2A-796A-479E-8DC6-BA249CECD1CA}" srcOrd="12" destOrd="0" presId="urn:microsoft.com/office/officeart/2008/layout/LinedList"/>
    <dgm:cxn modelId="{96990C1F-E72A-407A-9992-18BB9EBAF564}" type="presParOf" srcId="{EDBED016-54A1-4043-94A8-032D97176B5A}" destId="{AA71196A-E85B-4DB2-B212-0247F361ACA0}" srcOrd="13" destOrd="0" presId="urn:microsoft.com/office/officeart/2008/layout/LinedList"/>
    <dgm:cxn modelId="{C34D8ED1-652A-4340-86FD-C773EC803CB6}" type="presParOf" srcId="{AA71196A-E85B-4DB2-B212-0247F361ACA0}" destId="{52E34038-3FE5-4308-BA02-58CBADB69FFE}" srcOrd="0" destOrd="0" presId="urn:microsoft.com/office/officeart/2008/layout/LinedList"/>
    <dgm:cxn modelId="{0C575B62-B0E8-470B-84F1-A8F236B21FDA}" type="presParOf" srcId="{AA71196A-E85B-4DB2-B212-0247F361ACA0}" destId="{5111C418-05E7-46B4-848E-3324BB821367}" srcOrd="1" destOrd="0" presId="urn:microsoft.com/office/officeart/2008/layout/LinedList"/>
    <dgm:cxn modelId="{4D99151A-4912-41AD-B7BC-2B423AF60C47}" type="presParOf" srcId="{EDBED016-54A1-4043-94A8-032D97176B5A}" destId="{86AE89E5-799F-45F3-9BF8-405E9E69C6B8}" srcOrd="14" destOrd="0" presId="urn:microsoft.com/office/officeart/2008/layout/LinedList"/>
    <dgm:cxn modelId="{819AC7AF-2F9C-4BA7-B0DC-BAEA3237F053}" type="presParOf" srcId="{EDBED016-54A1-4043-94A8-032D97176B5A}" destId="{5829008C-1E86-40F7-958D-E6175AE5BAC0}" srcOrd="15" destOrd="0" presId="urn:microsoft.com/office/officeart/2008/layout/LinedList"/>
    <dgm:cxn modelId="{599F867F-0DA4-4623-AD56-85FB5EDF8E26}" type="presParOf" srcId="{5829008C-1E86-40F7-958D-E6175AE5BAC0}" destId="{F5D60429-6D78-4BFB-A445-B2F5E7E4DDA2}" srcOrd="0" destOrd="0" presId="urn:microsoft.com/office/officeart/2008/layout/LinedList"/>
    <dgm:cxn modelId="{B0D5F725-6EF8-4BAB-85CB-7F651C160B15}" type="presParOf" srcId="{5829008C-1E86-40F7-958D-E6175AE5BAC0}" destId="{37A2B359-53CC-4BE4-BE1A-47C09F1D8E95}" srcOrd="1" destOrd="0" presId="urn:microsoft.com/office/officeart/2008/layout/LinedList"/>
    <dgm:cxn modelId="{4794F1B4-1637-47D5-9C3A-22B81F55B4BE}" type="presParOf" srcId="{EDBED016-54A1-4043-94A8-032D97176B5A}" destId="{1D04A9FF-B03D-4AE1-8AFF-8C50EE8ED6A4}" srcOrd="16" destOrd="0" presId="urn:microsoft.com/office/officeart/2008/layout/LinedList"/>
    <dgm:cxn modelId="{89DB2BAA-1B3F-469B-9A38-7B77B4584190}" type="presParOf" srcId="{EDBED016-54A1-4043-94A8-032D97176B5A}" destId="{302CE59C-9414-4D88-B5E0-32261678D4C8}" srcOrd="17" destOrd="0" presId="urn:microsoft.com/office/officeart/2008/layout/LinedList"/>
    <dgm:cxn modelId="{8AED0871-F2D2-46B5-88B8-2EEF7BA2FCBB}" type="presParOf" srcId="{302CE59C-9414-4D88-B5E0-32261678D4C8}" destId="{3C227FAC-104C-4AB9-8697-CA4557CD397C}" srcOrd="0" destOrd="0" presId="urn:microsoft.com/office/officeart/2008/layout/LinedList"/>
    <dgm:cxn modelId="{FC8E3883-F3A4-4761-A72F-3EC5F3D0D1C1}" type="presParOf" srcId="{302CE59C-9414-4D88-B5E0-32261678D4C8}" destId="{A5429D10-57A9-4477-ABA1-FC0F0218A45C}" srcOrd="1" destOrd="0" presId="urn:microsoft.com/office/officeart/2008/layout/LinedList"/>
    <dgm:cxn modelId="{D1A28BF0-C418-4A47-8168-D944926C7373}" type="presParOf" srcId="{EDBED016-54A1-4043-94A8-032D97176B5A}" destId="{737EEFE8-439F-4720-AB8B-16E3BFFC8F6E}" srcOrd="18" destOrd="0" presId="urn:microsoft.com/office/officeart/2008/layout/LinedList"/>
    <dgm:cxn modelId="{5DD3E4AB-1D37-4D39-9A90-B9C11F2F0C86}" type="presParOf" srcId="{EDBED016-54A1-4043-94A8-032D97176B5A}" destId="{5152C79F-2F54-4ECF-A5F4-81404956888D}" srcOrd="19" destOrd="0" presId="urn:microsoft.com/office/officeart/2008/layout/LinedList"/>
    <dgm:cxn modelId="{0B07893D-AFFB-4D09-9946-22E6418CA877}" type="presParOf" srcId="{5152C79F-2F54-4ECF-A5F4-81404956888D}" destId="{5ECCEC99-851F-4D88-8169-A818B4160E7C}" srcOrd="0" destOrd="0" presId="urn:microsoft.com/office/officeart/2008/layout/LinedList"/>
    <dgm:cxn modelId="{B16992C5-AB65-49E3-BD1C-899DF0F2E2AA}" type="presParOf" srcId="{5152C79F-2F54-4ECF-A5F4-81404956888D}" destId="{0088D6D3-A7AD-4368-85B0-9A0F9DD733A3}" srcOrd="1" destOrd="0" presId="urn:microsoft.com/office/officeart/2008/layout/LinedList"/>
    <dgm:cxn modelId="{F188CB56-1883-49C1-A0DA-D13A5CD3FEBA}" type="presParOf" srcId="{EDBED016-54A1-4043-94A8-032D97176B5A}" destId="{3244CE2E-50B2-48D7-9F7D-A0FB87EBCD29}" srcOrd="20" destOrd="0" presId="urn:microsoft.com/office/officeart/2008/layout/LinedList"/>
    <dgm:cxn modelId="{2DDDE040-B9AA-4D0F-9DE3-647070D213ED}" type="presParOf" srcId="{EDBED016-54A1-4043-94A8-032D97176B5A}" destId="{1A6448C1-1D66-448D-9061-5945A963A216}" srcOrd="21" destOrd="0" presId="urn:microsoft.com/office/officeart/2008/layout/LinedList"/>
    <dgm:cxn modelId="{22C472BC-1E58-4BC0-B2EB-5CA5993A2915}" type="presParOf" srcId="{1A6448C1-1D66-448D-9061-5945A963A216}" destId="{C3478066-77CE-469F-A08A-DB57574CCC22}" srcOrd="0" destOrd="0" presId="urn:microsoft.com/office/officeart/2008/layout/LinedList"/>
    <dgm:cxn modelId="{9DF9EEE0-2F48-49D1-B62D-B535EBA79689}" type="presParOf" srcId="{1A6448C1-1D66-448D-9061-5945A963A216}" destId="{D9D2A842-5888-4329-810E-0FC8F42219BA}" srcOrd="1" destOrd="0" presId="urn:microsoft.com/office/officeart/2008/layout/LinedList"/>
    <dgm:cxn modelId="{DA89668A-278A-4D80-8F40-8DAB2FB68044}" type="presParOf" srcId="{EDBED016-54A1-4043-94A8-032D97176B5A}" destId="{2D852765-F8B2-4E54-B903-A41F73515F7C}" srcOrd="22" destOrd="0" presId="urn:microsoft.com/office/officeart/2008/layout/LinedList"/>
    <dgm:cxn modelId="{1997188B-5629-4585-BEA5-62E9072783D9}" type="presParOf" srcId="{EDBED016-54A1-4043-94A8-032D97176B5A}" destId="{ECE44BC0-B281-4783-A700-F182428AFCF5}" srcOrd="23" destOrd="0" presId="urn:microsoft.com/office/officeart/2008/layout/LinedList"/>
    <dgm:cxn modelId="{BECAC98C-5124-42E2-836E-DC6A74139F06}" type="presParOf" srcId="{ECE44BC0-B281-4783-A700-F182428AFCF5}" destId="{73DAD434-9318-46D6-9CB2-B8A5AF878EB7}" srcOrd="0" destOrd="0" presId="urn:microsoft.com/office/officeart/2008/layout/LinedList"/>
    <dgm:cxn modelId="{A65366A2-6E9B-46DC-9F8A-6EEFB4F68BB5}" type="presParOf" srcId="{ECE44BC0-B281-4783-A700-F182428AFCF5}" destId="{0D0D2384-4DEF-4F02-8930-7C02FFD22227}" srcOrd="1" destOrd="0" presId="urn:microsoft.com/office/officeart/2008/layout/LinedList"/>
    <dgm:cxn modelId="{55029677-4713-4222-AA7A-E6DC979F6536}" type="presParOf" srcId="{EDBED016-54A1-4043-94A8-032D97176B5A}" destId="{35332054-92AA-42B8-B0D4-5B559C9B160D}" srcOrd="24" destOrd="0" presId="urn:microsoft.com/office/officeart/2008/layout/LinedList"/>
    <dgm:cxn modelId="{4B7D9109-DCD9-48EA-81FA-404531ED862B}" type="presParOf" srcId="{EDBED016-54A1-4043-94A8-032D97176B5A}" destId="{40FC52A2-B5BD-4CB3-A44E-9FF528FC02B9}" srcOrd="25" destOrd="0" presId="urn:microsoft.com/office/officeart/2008/layout/LinedList"/>
    <dgm:cxn modelId="{9695BA0A-D621-48EF-8E9F-C92EADCAF8C1}" type="presParOf" srcId="{40FC52A2-B5BD-4CB3-A44E-9FF528FC02B9}" destId="{9EEC03FC-28C3-4EFB-99A2-5791C639A1F3}" srcOrd="0" destOrd="0" presId="urn:microsoft.com/office/officeart/2008/layout/LinedList"/>
    <dgm:cxn modelId="{C6C7CDCD-3085-403A-BFB4-A65802F01A27}" type="presParOf" srcId="{40FC52A2-B5BD-4CB3-A44E-9FF528FC02B9}" destId="{9C31AB64-E0CF-4F97-BB7A-D1480B7607D2}" srcOrd="1" destOrd="0" presId="urn:microsoft.com/office/officeart/2008/layout/LinedList"/>
    <dgm:cxn modelId="{C8B27000-ADE8-4BFC-920B-DD351A8C56B5}" type="presParOf" srcId="{EDBED016-54A1-4043-94A8-032D97176B5A}" destId="{89FE2C89-8C1C-4A9F-88DB-687629808A04}" srcOrd="26" destOrd="0" presId="urn:microsoft.com/office/officeart/2008/layout/LinedList"/>
    <dgm:cxn modelId="{F7CCD71F-C447-4488-9A58-37B08ED9BC20}" type="presParOf" srcId="{EDBED016-54A1-4043-94A8-032D97176B5A}" destId="{33AED0A1-0AB9-4B55-8AF8-4CCAB3A7023A}" srcOrd="27" destOrd="0" presId="urn:microsoft.com/office/officeart/2008/layout/LinedList"/>
    <dgm:cxn modelId="{3A9F99D6-38EB-4A4F-A829-158FC523E952}" type="presParOf" srcId="{33AED0A1-0AB9-4B55-8AF8-4CCAB3A7023A}" destId="{CE9083F3-A4FE-4418-904C-4CDE6854E036}" srcOrd="0" destOrd="0" presId="urn:microsoft.com/office/officeart/2008/layout/LinedList"/>
    <dgm:cxn modelId="{02FEA1AB-AF54-4CA9-AA5D-6E9BB82D997D}" type="presParOf" srcId="{33AED0A1-0AB9-4B55-8AF8-4CCAB3A7023A}" destId="{61270A98-4FCE-4C3A-BE02-EB506C952A24}" srcOrd="1" destOrd="0" presId="urn:microsoft.com/office/officeart/2008/layout/LinedList"/>
    <dgm:cxn modelId="{F78EE422-D180-472D-9F76-5EF60BB06E81}" type="presParOf" srcId="{EDBED016-54A1-4043-94A8-032D97176B5A}" destId="{CFE993D5-F0AA-422E-8EAD-71A61A01CB72}" srcOrd="28" destOrd="0" presId="urn:microsoft.com/office/officeart/2008/layout/LinedList"/>
    <dgm:cxn modelId="{65B228D4-5397-4704-ADCF-DB46F881C854}" type="presParOf" srcId="{EDBED016-54A1-4043-94A8-032D97176B5A}" destId="{6DF83D31-00CC-49B1-8908-8875014EE2A6}" srcOrd="29" destOrd="0" presId="urn:microsoft.com/office/officeart/2008/layout/LinedList"/>
    <dgm:cxn modelId="{28AB5D4D-B4B6-41D1-AF22-395D4A8855CD}" type="presParOf" srcId="{6DF83D31-00CC-49B1-8908-8875014EE2A6}" destId="{754E2EFE-DE4F-495C-B0AC-15A6CED5F1CA}" srcOrd="0" destOrd="0" presId="urn:microsoft.com/office/officeart/2008/layout/LinedList"/>
    <dgm:cxn modelId="{A09E81FA-C44E-4E4F-B7DE-46E0E0306CB1}" type="presParOf" srcId="{6DF83D31-00CC-49B1-8908-8875014EE2A6}" destId="{F4BBED1B-EA9B-4D30-9BA6-CAB4C42CCC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BEA61-A264-49CD-B520-A86E8E8066C7}">
      <dsp:nvSpPr>
        <dsp:cNvPr id="0" name=""/>
        <dsp:cNvSpPr/>
      </dsp:nvSpPr>
      <dsp:spPr>
        <a:xfrm>
          <a:off x="0" y="491"/>
          <a:ext cx="81153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8D58C-0C46-496D-A5B0-9EE4F8B4DD3F}">
      <dsp:nvSpPr>
        <dsp:cNvPr id="0" name=""/>
        <dsp:cNvSpPr/>
      </dsp:nvSpPr>
      <dsp:spPr>
        <a:xfrm>
          <a:off x="0" y="491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MATLAB System Composer</a:t>
          </a:r>
          <a:endParaRPr lang="en-US" sz="1200" kern="1200"/>
        </a:p>
      </dsp:txBody>
      <dsp:txXfrm>
        <a:off x="0" y="491"/>
        <a:ext cx="8115300" cy="268209"/>
      </dsp:txXfrm>
    </dsp:sp>
    <dsp:sp modelId="{ED414214-53DB-43CC-B54F-625CD1AFCD86}">
      <dsp:nvSpPr>
        <dsp:cNvPr id="0" name=""/>
        <dsp:cNvSpPr/>
      </dsp:nvSpPr>
      <dsp:spPr>
        <a:xfrm>
          <a:off x="0" y="268700"/>
          <a:ext cx="8115300" cy="0"/>
        </a:xfrm>
        <a:prstGeom prst="line">
          <a:avLst/>
        </a:prstGeom>
        <a:solidFill>
          <a:schemeClr val="accent5">
            <a:hueOff val="-84208"/>
            <a:satOff val="701"/>
            <a:lumOff val="-1849"/>
            <a:alphaOff val="0"/>
          </a:schemeClr>
        </a:solidFill>
        <a:ln w="12700" cap="flat" cmpd="sng" algn="ctr">
          <a:solidFill>
            <a:schemeClr val="accent5">
              <a:hueOff val="-84208"/>
              <a:satOff val="701"/>
              <a:lumOff val="-18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8A826-F487-42F5-B82E-9DE1BA59A652}">
      <dsp:nvSpPr>
        <dsp:cNvPr id="0" name=""/>
        <dsp:cNvSpPr/>
      </dsp:nvSpPr>
      <dsp:spPr>
        <a:xfrm>
          <a:off x="0" y="268700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Hospital_Context.slx - Visual system architecture</a:t>
          </a:r>
        </a:p>
      </dsp:txBody>
      <dsp:txXfrm>
        <a:off x="0" y="268700"/>
        <a:ext cx="8115300" cy="268209"/>
      </dsp:txXfrm>
    </dsp:sp>
    <dsp:sp modelId="{4E4D2491-CEE8-4036-953A-F76FEEB60731}">
      <dsp:nvSpPr>
        <dsp:cNvPr id="0" name=""/>
        <dsp:cNvSpPr/>
      </dsp:nvSpPr>
      <dsp:spPr>
        <a:xfrm>
          <a:off x="0" y="536910"/>
          <a:ext cx="8115300" cy="0"/>
        </a:xfrm>
        <a:prstGeom prst="line">
          <a:avLst/>
        </a:prstGeom>
        <a:solidFill>
          <a:schemeClr val="accent5">
            <a:hueOff val="-168416"/>
            <a:satOff val="1401"/>
            <a:lumOff val="-3697"/>
            <a:alphaOff val="0"/>
          </a:schemeClr>
        </a:solidFill>
        <a:ln w="12700" cap="flat" cmpd="sng" algn="ctr">
          <a:solidFill>
            <a:schemeClr val="accent5">
              <a:hueOff val="-168416"/>
              <a:satOff val="1401"/>
              <a:lumOff val="-36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5B800-D3DC-4CB5-AF5C-9B84A9298CE0}">
      <dsp:nvSpPr>
        <dsp:cNvPr id="0" name=""/>
        <dsp:cNvSpPr/>
      </dsp:nvSpPr>
      <dsp:spPr>
        <a:xfrm>
          <a:off x="0" y="536910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M_* stereotypes track mass balance properties</a:t>
          </a:r>
        </a:p>
      </dsp:txBody>
      <dsp:txXfrm>
        <a:off x="0" y="536910"/>
        <a:ext cx="8115300" cy="268209"/>
      </dsp:txXfrm>
    </dsp:sp>
    <dsp:sp modelId="{3C31385F-0D14-4331-87DA-16A3DB139637}">
      <dsp:nvSpPr>
        <dsp:cNvPr id="0" name=""/>
        <dsp:cNvSpPr/>
      </dsp:nvSpPr>
      <dsp:spPr>
        <a:xfrm>
          <a:off x="0" y="805119"/>
          <a:ext cx="8115300" cy="0"/>
        </a:xfrm>
        <a:prstGeom prst="line">
          <a:avLst/>
        </a:prstGeom>
        <a:solidFill>
          <a:schemeClr val="accent5">
            <a:hueOff val="-252624"/>
            <a:satOff val="2102"/>
            <a:lumOff val="-5546"/>
            <a:alphaOff val="0"/>
          </a:schemeClr>
        </a:solidFill>
        <a:ln w="12700" cap="flat" cmpd="sng" algn="ctr">
          <a:solidFill>
            <a:schemeClr val="accent5">
              <a:hueOff val="-252624"/>
              <a:satOff val="2102"/>
              <a:lumOff val="-55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764A6-1D24-46C4-8FB7-72D19B66B0BF}">
      <dsp:nvSpPr>
        <dsp:cNvPr id="0" name=""/>
        <dsp:cNvSpPr/>
      </dsp:nvSpPr>
      <dsp:spPr>
        <a:xfrm>
          <a:off x="0" y="805119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MATLAB Scripts</a:t>
          </a:r>
          <a:endParaRPr lang="en-US" sz="1200" kern="1200"/>
        </a:p>
      </dsp:txBody>
      <dsp:txXfrm>
        <a:off x="0" y="805119"/>
        <a:ext cx="8115300" cy="268209"/>
      </dsp:txXfrm>
    </dsp:sp>
    <dsp:sp modelId="{1586FE27-F15D-4A14-83AA-9385D2615A28}">
      <dsp:nvSpPr>
        <dsp:cNvPr id="0" name=""/>
        <dsp:cNvSpPr/>
      </dsp:nvSpPr>
      <dsp:spPr>
        <a:xfrm>
          <a:off x="0" y="1073329"/>
          <a:ext cx="8115300" cy="0"/>
        </a:xfrm>
        <a:prstGeom prst="line">
          <a:avLst/>
        </a:prstGeom>
        <a:solidFill>
          <a:schemeClr val="accent5">
            <a:hueOff val="-336832"/>
            <a:satOff val="2803"/>
            <a:lumOff val="-7395"/>
            <a:alphaOff val="0"/>
          </a:schemeClr>
        </a:solidFill>
        <a:ln w="12700" cap="flat" cmpd="sng" algn="ctr">
          <a:solidFill>
            <a:schemeClr val="accent5">
              <a:hueOff val="-336832"/>
              <a:satOff val="2803"/>
              <a:lumOff val="-73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6AFE7-B89C-4D12-AC11-95E5D2B785A6}">
      <dsp:nvSpPr>
        <dsp:cNvPr id="0" name=""/>
        <dsp:cNvSpPr/>
      </dsp:nvSpPr>
      <dsp:spPr>
        <a:xfrm>
          <a:off x="0" y="1073329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</a:t>
          </a:r>
          <a:r>
            <a:rPr lang="en-US" sz="1200" kern="1200" dirty="0" err="1"/>
            <a:t>MassBalanceMaster.m</a:t>
          </a:r>
          <a:r>
            <a:rPr lang="en-US" sz="1200" kern="1200" dirty="0"/>
            <a:t> - Complete workflow orchestrator</a:t>
          </a:r>
        </a:p>
      </dsp:txBody>
      <dsp:txXfrm>
        <a:off x="0" y="1073329"/>
        <a:ext cx="8115300" cy="268209"/>
      </dsp:txXfrm>
    </dsp:sp>
    <dsp:sp modelId="{1209D80E-125D-4D25-937B-3074B077567D}">
      <dsp:nvSpPr>
        <dsp:cNvPr id="0" name=""/>
        <dsp:cNvSpPr/>
      </dsp:nvSpPr>
      <dsp:spPr>
        <a:xfrm>
          <a:off x="0" y="1341538"/>
          <a:ext cx="8115300" cy="0"/>
        </a:xfrm>
        <a:prstGeom prst="line">
          <a:avLst/>
        </a:prstGeom>
        <a:solidFill>
          <a:schemeClr val="accent5">
            <a:hueOff val="-421040"/>
            <a:satOff val="3504"/>
            <a:lumOff val="-9244"/>
            <a:alphaOff val="0"/>
          </a:schemeClr>
        </a:solidFill>
        <a:ln w="12700" cap="flat" cmpd="sng" algn="ctr">
          <a:solidFill>
            <a:schemeClr val="accent5">
              <a:hueOff val="-421040"/>
              <a:satOff val="3504"/>
              <a:lumOff val="-92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554CA-8CA2-4919-A7C9-9D7571029BCC}">
      <dsp:nvSpPr>
        <dsp:cNvPr id="0" name=""/>
        <dsp:cNvSpPr/>
      </dsp:nvSpPr>
      <dsp:spPr>
        <a:xfrm>
          <a:off x="0" y="1341538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VariableList.m - User input variables</a:t>
          </a:r>
        </a:p>
      </dsp:txBody>
      <dsp:txXfrm>
        <a:off x="0" y="1341538"/>
        <a:ext cx="8115300" cy="268209"/>
      </dsp:txXfrm>
    </dsp:sp>
    <dsp:sp modelId="{FD993F2A-796A-479E-8DC6-BA249CECD1CA}">
      <dsp:nvSpPr>
        <dsp:cNvPr id="0" name=""/>
        <dsp:cNvSpPr/>
      </dsp:nvSpPr>
      <dsp:spPr>
        <a:xfrm>
          <a:off x="0" y="1609748"/>
          <a:ext cx="8115300" cy="0"/>
        </a:xfrm>
        <a:prstGeom prst="line">
          <a:avLst/>
        </a:prstGeom>
        <a:solidFill>
          <a:schemeClr val="accent5">
            <a:hueOff val="-505247"/>
            <a:satOff val="4204"/>
            <a:lumOff val="-11092"/>
            <a:alphaOff val="0"/>
          </a:schemeClr>
        </a:solidFill>
        <a:ln w="12700" cap="flat" cmpd="sng" algn="ctr">
          <a:solidFill>
            <a:schemeClr val="accent5">
              <a:hueOff val="-505247"/>
              <a:satOff val="4204"/>
              <a:lumOff val="-110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34038-3FE5-4308-BA02-58CBADB69FFE}">
      <dsp:nvSpPr>
        <dsp:cNvPr id="0" name=""/>
        <dsp:cNvSpPr/>
      </dsp:nvSpPr>
      <dsp:spPr>
        <a:xfrm>
          <a:off x="0" y="1609748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ExportToMaple.m - Export to Maple format</a:t>
          </a:r>
        </a:p>
      </dsp:txBody>
      <dsp:txXfrm>
        <a:off x="0" y="1609748"/>
        <a:ext cx="8115300" cy="268209"/>
      </dsp:txXfrm>
    </dsp:sp>
    <dsp:sp modelId="{86AE89E5-799F-45F3-9BF8-405E9E69C6B8}">
      <dsp:nvSpPr>
        <dsp:cNvPr id="0" name=""/>
        <dsp:cNvSpPr/>
      </dsp:nvSpPr>
      <dsp:spPr>
        <a:xfrm>
          <a:off x="0" y="1877957"/>
          <a:ext cx="8115300" cy="0"/>
        </a:xfrm>
        <a:prstGeom prst="line">
          <a:avLst/>
        </a:prstGeom>
        <a:solidFill>
          <a:schemeClr val="accent5">
            <a:hueOff val="-589455"/>
            <a:satOff val="4905"/>
            <a:lumOff val="-12941"/>
            <a:alphaOff val="0"/>
          </a:schemeClr>
        </a:solidFill>
        <a:ln w="12700" cap="flat" cmpd="sng" algn="ctr">
          <a:solidFill>
            <a:schemeClr val="accent5">
              <a:hueOff val="-589455"/>
              <a:satOff val="4905"/>
              <a:lumOff val="-1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60429-6D78-4BFB-A445-B2F5E7E4DDA2}">
      <dsp:nvSpPr>
        <dsp:cNvPr id="0" name=""/>
        <dsp:cNvSpPr/>
      </dsp:nvSpPr>
      <dsp:spPr>
        <a:xfrm>
          <a:off x="0" y="1877957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LoadMapleValues.m - Import calculated values</a:t>
          </a:r>
        </a:p>
      </dsp:txBody>
      <dsp:txXfrm>
        <a:off x="0" y="1877957"/>
        <a:ext cx="8115300" cy="268209"/>
      </dsp:txXfrm>
    </dsp:sp>
    <dsp:sp modelId="{1D04A9FF-B03D-4AE1-8AFF-8C50EE8ED6A4}">
      <dsp:nvSpPr>
        <dsp:cNvPr id="0" name=""/>
        <dsp:cNvSpPr/>
      </dsp:nvSpPr>
      <dsp:spPr>
        <a:xfrm>
          <a:off x="0" y="2146167"/>
          <a:ext cx="8115300" cy="0"/>
        </a:xfrm>
        <a:prstGeom prst="line">
          <a:avLst/>
        </a:prstGeom>
        <a:solidFill>
          <a:schemeClr val="accent5">
            <a:hueOff val="-673663"/>
            <a:satOff val="5606"/>
            <a:lumOff val="-14790"/>
            <a:alphaOff val="0"/>
          </a:schemeClr>
        </a:solidFill>
        <a:ln w="12700" cap="flat" cmpd="sng" algn="ctr">
          <a:solidFill>
            <a:schemeClr val="accent5">
              <a:hueOff val="-673663"/>
              <a:satOff val="5606"/>
              <a:lumOff val="-14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27FAC-104C-4AB9-8697-CA4557CD397C}">
      <dsp:nvSpPr>
        <dsp:cNvPr id="0" name=""/>
        <dsp:cNvSpPr/>
      </dsp:nvSpPr>
      <dsp:spPr>
        <a:xfrm>
          <a:off x="0" y="2146167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Maple Environment</a:t>
          </a:r>
          <a:endParaRPr lang="en-US" sz="1200" kern="1200"/>
        </a:p>
      </dsp:txBody>
      <dsp:txXfrm>
        <a:off x="0" y="2146167"/>
        <a:ext cx="8115300" cy="268209"/>
      </dsp:txXfrm>
    </dsp:sp>
    <dsp:sp modelId="{737EEFE8-439F-4720-AB8B-16E3BFFC8F6E}">
      <dsp:nvSpPr>
        <dsp:cNvPr id="0" name=""/>
        <dsp:cNvSpPr/>
      </dsp:nvSpPr>
      <dsp:spPr>
        <a:xfrm>
          <a:off x="0" y="2414376"/>
          <a:ext cx="8115300" cy="0"/>
        </a:xfrm>
        <a:prstGeom prst="line">
          <a:avLst/>
        </a:prstGeom>
        <a:solidFill>
          <a:schemeClr val="accent5">
            <a:hueOff val="-757871"/>
            <a:satOff val="6306"/>
            <a:lumOff val="-16638"/>
            <a:alphaOff val="0"/>
          </a:schemeClr>
        </a:solidFill>
        <a:ln w="12700" cap="flat" cmpd="sng" algn="ctr">
          <a:solidFill>
            <a:schemeClr val="accent5">
              <a:hueOff val="-757871"/>
              <a:satOff val="6306"/>
              <a:lumOff val="-166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CEC99-851F-4D88-8169-A818B4160E7C}">
      <dsp:nvSpPr>
        <dsp:cNvPr id="0" name=""/>
        <dsp:cNvSpPr/>
      </dsp:nvSpPr>
      <dsp:spPr>
        <a:xfrm>
          <a:off x="0" y="2414376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MassBalanceVariables.mpl - Auto-generated variables</a:t>
          </a:r>
        </a:p>
      </dsp:txBody>
      <dsp:txXfrm>
        <a:off x="0" y="2414376"/>
        <a:ext cx="8115300" cy="268209"/>
      </dsp:txXfrm>
    </dsp:sp>
    <dsp:sp modelId="{3244CE2E-50B2-48D7-9F7D-A0FB87EBCD29}">
      <dsp:nvSpPr>
        <dsp:cNvPr id="0" name=""/>
        <dsp:cNvSpPr/>
      </dsp:nvSpPr>
      <dsp:spPr>
        <a:xfrm>
          <a:off x="0" y="2682586"/>
          <a:ext cx="8115300" cy="0"/>
        </a:xfrm>
        <a:prstGeom prst="line">
          <a:avLst/>
        </a:prstGeom>
        <a:solidFill>
          <a:schemeClr val="accent5">
            <a:hueOff val="-842079"/>
            <a:satOff val="7007"/>
            <a:lumOff val="-18487"/>
            <a:alphaOff val="0"/>
          </a:schemeClr>
        </a:solidFill>
        <a:ln w="12700" cap="flat" cmpd="sng" algn="ctr">
          <a:solidFill>
            <a:schemeClr val="accent5">
              <a:hueOff val="-842079"/>
              <a:satOff val="7007"/>
              <a:lumOff val="-184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78066-77CE-469F-A08A-DB57574CCC22}">
      <dsp:nvSpPr>
        <dsp:cNvPr id="0" name=""/>
        <dsp:cNvSpPr/>
      </dsp:nvSpPr>
      <dsp:spPr>
        <a:xfrm>
          <a:off x="0" y="2682586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MassBalanceCalculation.mw - User equations</a:t>
          </a:r>
        </a:p>
      </dsp:txBody>
      <dsp:txXfrm>
        <a:off x="0" y="2682586"/>
        <a:ext cx="8115300" cy="268209"/>
      </dsp:txXfrm>
    </dsp:sp>
    <dsp:sp modelId="{2D852765-F8B2-4E54-B903-A41F73515F7C}">
      <dsp:nvSpPr>
        <dsp:cNvPr id="0" name=""/>
        <dsp:cNvSpPr/>
      </dsp:nvSpPr>
      <dsp:spPr>
        <a:xfrm>
          <a:off x="0" y="2950795"/>
          <a:ext cx="8115300" cy="0"/>
        </a:xfrm>
        <a:prstGeom prst="line">
          <a:avLst/>
        </a:prstGeom>
        <a:solidFill>
          <a:schemeClr val="accent5">
            <a:hueOff val="-926287"/>
            <a:satOff val="7708"/>
            <a:lumOff val="-20336"/>
            <a:alphaOff val="0"/>
          </a:schemeClr>
        </a:solidFill>
        <a:ln w="12700" cap="flat" cmpd="sng" algn="ctr">
          <a:solidFill>
            <a:schemeClr val="accent5">
              <a:hueOff val="-926287"/>
              <a:satOff val="7708"/>
              <a:lumOff val="-203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AD434-9318-46D6-9CB2-B8A5AF878EB7}">
      <dsp:nvSpPr>
        <dsp:cNvPr id="0" name=""/>
        <dsp:cNvSpPr/>
      </dsp:nvSpPr>
      <dsp:spPr>
        <a:xfrm>
          <a:off x="0" y="2950795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ExportMapleToMatlab.mpl - Export results to MATLAB</a:t>
          </a:r>
        </a:p>
      </dsp:txBody>
      <dsp:txXfrm>
        <a:off x="0" y="2950795"/>
        <a:ext cx="8115300" cy="268209"/>
      </dsp:txXfrm>
    </dsp:sp>
    <dsp:sp modelId="{35332054-92AA-42B8-B0D4-5B559C9B160D}">
      <dsp:nvSpPr>
        <dsp:cNvPr id="0" name=""/>
        <dsp:cNvSpPr/>
      </dsp:nvSpPr>
      <dsp:spPr>
        <a:xfrm>
          <a:off x="0" y="3219005"/>
          <a:ext cx="8115300" cy="0"/>
        </a:xfrm>
        <a:prstGeom prst="line">
          <a:avLst/>
        </a:prstGeom>
        <a:solidFill>
          <a:schemeClr val="accent5">
            <a:hueOff val="-1010495"/>
            <a:satOff val="8409"/>
            <a:lumOff val="-22185"/>
            <a:alphaOff val="0"/>
          </a:schemeClr>
        </a:solidFill>
        <a:ln w="12700" cap="flat" cmpd="sng" algn="ctr">
          <a:solidFill>
            <a:schemeClr val="accent5">
              <a:hueOff val="-1010495"/>
              <a:satOff val="8409"/>
              <a:lumOff val="-221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C03FC-28C3-4EFB-99A2-5791C639A1F3}">
      <dsp:nvSpPr>
        <dsp:cNvPr id="0" name=""/>
        <dsp:cNvSpPr/>
      </dsp:nvSpPr>
      <dsp:spPr>
        <a:xfrm>
          <a:off x="0" y="3219005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Output</a:t>
          </a:r>
          <a:endParaRPr lang="en-US" sz="1200" kern="1200"/>
        </a:p>
      </dsp:txBody>
      <dsp:txXfrm>
        <a:off x="0" y="3219005"/>
        <a:ext cx="8115300" cy="268209"/>
      </dsp:txXfrm>
    </dsp:sp>
    <dsp:sp modelId="{89FE2C89-8C1C-4A9F-88DB-687629808A04}">
      <dsp:nvSpPr>
        <dsp:cNvPr id="0" name=""/>
        <dsp:cNvSpPr/>
      </dsp:nvSpPr>
      <dsp:spPr>
        <a:xfrm>
          <a:off x="0" y="3487214"/>
          <a:ext cx="8115300" cy="0"/>
        </a:xfrm>
        <a:prstGeom prst="line">
          <a:avLst/>
        </a:prstGeom>
        <a:solidFill>
          <a:schemeClr val="accent5">
            <a:hueOff val="-1094703"/>
            <a:satOff val="9109"/>
            <a:lumOff val="-24033"/>
            <a:alphaOff val="0"/>
          </a:schemeClr>
        </a:solidFill>
        <a:ln w="12700" cap="flat" cmpd="sng" algn="ctr">
          <a:solidFill>
            <a:schemeClr val="accent5">
              <a:hueOff val="-1094703"/>
              <a:satOff val="9109"/>
              <a:lumOff val="-240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083F3-A4FE-4418-904C-4CDE6854E036}">
      <dsp:nvSpPr>
        <dsp:cNvPr id="0" name=""/>
        <dsp:cNvSpPr/>
      </dsp:nvSpPr>
      <dsp:spPr>
        <a:xfrm>
          <a:off x="0" y="3487214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MapleExportedVariables.m - Calculated results</a:t>
          </a:r>
        </a:p>
      </dsp:txBody>
      <dsp:txXfrm>
        <a:off x="0" y="3487214"/>
        <a:ext cx="8115300" cy="268209"/>
      </dsp:txXfrm>
    </dsp:sp>
    <dsp:sp modelId="{CFE993D5-F0AA-422E-8EAD-71A61A01CB72}">
      <dsp:nvSpPr>
        <dsp:cNvPr id="0" name=""/>
        <dsp:cNvSpPr/>
      </dsp:nvSpPr>
      <dsp:spPr>
        <a:xfrm>
          <a:off x="0" y="3755424"/>
          <a:ext cx="8115300" cy="0"/>
        </a:xfrm>
        <a:prstGeom prst="line">
          <a:avLst/>
        </a:prstGeom>
        <a:solidFill>
          <a:schemeClr val="accent5">
            <a:hueOff val="-1178911"/>
            <a:satOff val="9810"/>
            <a:lumOff val="-25882"/>
            <a:alphaOff val="0"/>
          </a:schemeClr>
        </a:solidFill>
        <a:ln w="12700" cap="flat" cmpd="sng" algn="ctr">
          <a:solidFill>
            <a:schemeClr val="accent5">
              <a:hueOff val="-1178911"/>
              <a:satOff val="9810"/>
              <a:lumOff val="-2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E2EFE-DE4F-495C-B0AC-15A6CED5F1CA}">
      <dsp:nvSpPr>
        <dsp:cNvPr id="0" name=""/>
        <dsp:cNvSpPr/>
      </dsp:nvSpPr>
      <dsp:spPr>
        <a:xfrm>
          <a:off x="0" y="3755424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Updated System Composer model with solved values</a:t>
          </a:r>
        </a:p>
      </dsp:txBody>
      <dsp:txXfrm>
        <a:off x="0" y="3755424"/>
        <a:ext cx="8115300" cy="2682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3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0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7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3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19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0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2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9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4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52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175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6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26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88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65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0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Hospital Pyrolysis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Mass Balance Model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7912" y="457200"/>
            <a:ext cx="48188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Overall Plant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36776"/>
            <a:ext cx="82296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dirty="0"/>
              <a:t>1. Feed System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Mulberry wood chips + water + treatment chemicals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da-DK" dirty="0"/>
              <a:t>2. Inert Gas System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lang="da-DK" dirty="0"/>
              <a:t>   Carrier gas for pyrolysis process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3. </a:t>
            </a:r>
            <a:r>
              <a:rPr dirty="0" err="1"/>
              <a:t>Pyrolyzer</a:t>
            </a:r>
            <a:r>
              <a:rPr dirty="0"/>
              <a:t> (300°C)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Thermal decomposition into char, bio-gas, and bio-oil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4</a:t>
            </a:r>
            <a:r>
              <a:rPr dirty="0"/>
              <a:t>. Char Separator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Separates solid char from gas streams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5</a:t>
            </a:r>
            <a:r>
              <a:rPr dirty="0"/>
              <a:t>. </a:t>
            </a:r>
            <a:r>
              <a:rPr lang="en-US" dirty="0"/>
              <a:t>Semi-Batched Fluidized Bed Reactor</a:t>
            </a:r>
            <a:endParaRPr dirty="0"/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Activated char filter for grey water treatment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6</a:t>
            </a:r>
            <a:r>
              <a:rPr dirty="0"/>
              <a:t>. Buffer Tank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Grey water collection and distribution</a:t>
            </a:r>
            <a:r>
              <a:rPr lang="en-US" dirty="0"/>
              <a:t> prior to PBR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626C8E-FB50-4909-8D9D-09E34A8DB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1154D2-3017-3368-09CB-072D7AF6CDDF}"/>
              </a:ext>
            </a:extLst>
          </p:cNvPr>
          <p:cNvSpPr txBox="1"/>
          <p:nvPr/>
        </p:nvSpPr>
        <p:spPr>
          <a:xfrm>
            <a:off x="3810762" y="663540"/>
            <a:ext cx="48188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 dirty="0"/>
              <a:t>Process Flow Diagram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2D029-42A9-2031-334E-CB8A1E916DDA}"/>
              </a:ext>
            </a:extLst>
          </p:cNvPr>
          <p:cNvSpPr/>
          <p:nvPr/>
        </p:nvSpPr>
        <p:spPr>
          <a:xfrm>
            <a:off x="2109216" y="2579984"/>
            <a:ext cx="159105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Pyrolyzer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4E983-9B2D-E108-EBB5-CFCF064436F4}"/>
              </a:ext>
            </a:extLst>
          </p:cNvPr>
          <p:cNvSpPr/>
          <p:nvPr/>
        </p:nvSpPr>
        <p:spPr>
          <a:xfrm>
            <a:off x="5108448" y="2579984"/>
            <a:ext cx="159105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 </a:t>
            </a:r>
            <a:r>
              <a:rPr lang="en-US" dirty="0" err="1"/>
              <a:t>Seperator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66294-9EC1-F128-E2FB-85CCF288F5CD}"/>
              </a:ext>
            </a:extLst>
          </p:cNvPr>
          <p:cNvSpPr/>
          <p:nvPr/>
        </p:nvSpPr>
        <p:spPr>
          <a:xfrm>
            <a:off x="5108448" y="4381352"/>
            <a:ext cx="159105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Fluidized Bed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A7BBCE-5B74-99C5-FDBF-BC0CD2C57EEA}"/>
              </a:ext>
            </a:extLst>
          </p:cNvPr>
          <p:cNvCxnSpPr/>
          <p:nvPr/>
        </p:nvCxnSpPr>
        <p:spPr>
          <a:xfrm>
            <a:off x="1307592" y="2854298"/>
            <a:ext cx="74066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AB78C1-1541-9F54-CF10-5D3BC42641F9}"/>
              </a:ext>
            </a:extLst>
          </p:cNvPr>
          <p:cNvCxnSpPr/>
          <p:nvPr/>
        </p:nvCxnSpPr>
        <p:spPr>
          <a:xfrm>
            <a:off x="1307592" y="3303884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E5F2D3-F9D8-6E73-9B33-A16BB01F489A}"/>
              </a:ext>
            </a:extLst>
          </p:cNvPr>
          <p:cNvCxnSpPr>
            <a:cxnSpLocks/>
          </p:cNvCxnSpPr>
          <p:nvPr/>
        </p:nvCxnSpPr>
        <p:spPr>
          <a:xfrm>
            <a:off x="3768852" y="3069188"/>
            <a:ext cx="1214628" cy="9144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9E99D5-24D7-EA62-2117-8C521F52CA90}"/>
              </a:ext>
            </a:extLst>
          </p:cNvPr>
          <p:cNvCxnSpPr/>
          <p:nvPr/>
        </p:nvCxnSpPr>
        <p:spPr>
          <a:xfrm>
            <a:off x="6805422" y="3078332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2CD5A-D998-C4DA-600F-5E4013BC63B4}"/>
              </a:ext>
            </a:extLst>
          </p:cNvPr>
          <p:cNvCxnSpPr>
            <a:cxnSpLocks/>
          </p:cNvCxnSpPr>
          <p:nvPr/>
        </p:nvCxnSpPr>
        <p:spPr>
          <a:xfrm>
            <a:off x="5912358" y="3657452"/>
            <a:ext cx="0" cy="647323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FC34DC-225C-7518-2D4B-DA47D37AC4AE}"/>
              </a:ext>
            </a:extLst>
          </p:cNvPr>
          <p:cNvCxnSpPr>
            <a:cxnSpLocks/>
          </p:cNvCxnSpPr>
          <p:nvPr/>
        </p:nvCxnSpPr>
        <p:spPr>
          <a:xfrm>
            <a:off x="3768852" y="4958948"/>
            <a:ext cx="1214628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157180-F2D7-8274-4A8C-9CD5A36E63A9}"/>
              </a:ext>
            </a:extLst>
          </p:cNvPr>
          <p:cNvCxnSpPr/>
          <p:nvPr/>
        </p:nvCxnSpPr>
        <p:spPr>
          <a:xfrm>
            <a:off x="6805422" y="5123540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D4E3E8-A179-38FF-E98B-412285194335}"/>
              </a:ext>
            </a:extLst>
          </p:cNvPr>
          <p:cNvSpPr txBox="1"/>
          <p:nvPr/>
        </p:nvSpPr>
        <p:spPr>
          <a:xfrm>
            <a:off x="451270" y="236450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Wood Chips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600DD2-582C-86AA-E9D4-C5CC5253FD9C}"/>
              </a:ext>
            </a:extLst>
          </p:cNvPr>
          <p:cNvSpPr txBox="1"/>
          <p:nvPr/>
        </p:nvSpPr>
        <p:spPr>
          <a:xfrm>
            <a:off x="513835" y="336565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Inert Gas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5BE48-1194-19CC-B6E2-CC749A02EB2F}"/>
              </a:ext>
            </a:extLst>
          </p:cNvPr>
          <p:cNvSpPr txBox="1"/>
          <p:nvPr/>
        </p:nvSpPr>
        <p:spPr>
          <a:xfrm>
            <a:off x="3793731" y="265737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Inert Gas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AE0121-904D-203C-744C-EF5DF041F36B}"/>
              </a:ext>
            </a:extLst>
          </p:cNvPr>
          <p:cNvSpPr txBox="1"/>
          <p:nvPr/>
        </p:nvSpPr>
        <p:spPr>
          <a:xfrm>
            <a:off x="6684264" y="2655512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 Mixture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AB19F1-03B4-9033-CF17-61CCC462B53F}"/>
              </a:ext>
            </a:extLst>
          </p:cNvPr>
          <p:cNvSpPr txBox="1"/>
          <p:nvPr/>
        </p:nvSpPr>
        <p:spPr>
          <a:xfrm>
            <a:off x="6684264" y="5237716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Filtered Water</a:t>
            </a:r>
            <a:endParaRPr lang="en-GB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345F6C-BA5D-493A-64E2-F819AA65DFCF}"/>
              </a:ext>
            </a:extLst>
          </p:cNvPr>
          <p:cNvCxnSpPr/>
          <p:nvPr/>
        </p:nvCxnSpPr>
        <p:spPr>
          <a:xfrm>
            <a:off x="6805422" y="4666340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704B46-0F33-8D34-6030-8209DBCD30DE}"/>
              </a:ext>
            </a:extLst>
          </p:cNvPr>
          <p:cNvSpPr txBox="1"/>
          <p:nvPr/>
        </p:nvSpPr>
        <p:spPr>
          <a:xfrm>
            <a:off x="5108448" y="3796447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174388-512A-8332-A039-223A1CBAF79D}"/>
              </a:ext>
            </a:extLst>
          </p:cNvPr>
          <p:cNvSpPr txBox="1"/>
          <p:nvPr/>
        </p:nvSpPr>
        <p:spPr>
          <a:xfrm>
            <a:off x="6699504" y="4232844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Used Char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5A58C4-38D7-2534-C57A-B4BC371A5C2C}"/>
              </a:ext>
            </a:extLst>
          </p:cNvPr>
          <p:cNvSpPr txBox="1"/>
          <p:nvPr/>
        </p:nvSpPr>
        <p:spPr>
          <a:xfrm>
            <a:off x="3638174" y="4545282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Grey Water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DE20DFA-89DB-4DCD-9C6A-E6F94CA75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1DE4D3E-80C7-48B7-B8E5-B1B5A62C9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Mass Balance Tool Architecture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98C1D7-B3E7-45FC-BC11-C49DA8C1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C23324A-9385-FC7C-FA66-7359A85C38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932200"/>
              </p:ext>
            </p:extLst>
          </p:nvPr>
        </p:nvGraphicFramePr>
        <p:xfrm>
          <a:off x="514350" y="2194560"/>
          <a:ext cx="811530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1296" y="457200"/>
            <a:ext cx="51755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File Interaction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1: Initialize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VariableList.m</a:t>
            </a:r>
            <a:r>
              <a:rPr dirty="0"/>
              <a:t> → </a:t>
            </a:r>
            <a:r>
              <a:rPr dirty="0" err="1"/>
              <a:t>Hospital_Context.slx</a:t>
            </a: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2: Clear Model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Clear all M_* properties in connectors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3: Write Initial Values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Write user variables into model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4: Export to Maple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ExportToMaple.m</a:t>
            </a:r>
            <a:r>
              <a:rPr dirty="0"/>
              <a:t> → </a:t>
            </a:r>
            <a:r>
              <a:rPr dirty="0" err="1"/>
              <a:t>MassBalanceVariables.mpl</a:t>
            </a: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5: Calculate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Maple solves equations in MassBalanceCalculation.mw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6: Export Results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ExportMapleToMatlab.mpl</a:t>
            </a:r>
            <a:r>
              <a:rPr dirty="0"/>
              <a:t> → </a:t>
            </a:r>
            <a:r>
              <a:rPr dirty="0" err="1"/>
              <a:t>MapleExportedVariables.m</a:t>
            </a: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7: Import Results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LoadMapleValues.m</a:t>
            </a:r>
            <a:r>
              <a:rPr dirty="0"/>
              <a:t> reads calculated values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8: Update Model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Write calculated values back to </a:t>
            </a:r>
            <a:r>
              <a:rPr dirty="0" err="1"/>
              <a:t>Hospital_Context.slx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[16]: Feed Input to Pyrolyzer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Stream Properties: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Total Mass Flow Rate: 1.5385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Chip Mass Flow Rate: 1.0 kg/s (65%)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Water (H2O): 0.3077 kg/s (20%)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Treatment Chemicals: 0.2308 kg/s (15%)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700" dirty="0"/>
              <a:t>Component Mass Fractions: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  • Chips: 65%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  • Water: 20%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  • Treatment Chemicals: 15%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[14]: Inert Gas Supply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Stream Properties: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Total Mass Flow Rate: 0.5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Inert Mass Flow Rate: 0.5 kg/s (100%)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700" dirty="0"/>
              <a:t>Purpose: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[13]: Pyrolyzer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100" dirty="0"/>
              <a:t>Operating Conditions: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100" dirty="0"/>
              <a:t>Temperature: 300°C  |  Density: 200 kg/m³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100" dirty="0"/>
              <a:t>Stream Composition: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Total Mass Flow Rate: 2.0385 kg/s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Char: 0.45 kg/s (22.08%)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Bio-gas (Gas1): 0.25 kg/s (12.26%)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Bio-gas (Gas2): 0.20 kg/s (9.81%)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Water (H2O): 0.3077 kg/s (15.09%)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Treatment Chemicals: 0.2308 kg/s (11.32%)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Inert Gas: 0.5 kg/s (24.53%)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400"/>
              </a:spcAft>
              <a:defRPr sz="1400" b="1">
                <a:solidFill>
                  <a:srgbClr val="3C3C3C"/>
                </a:solidFill>
              </a:defRPr>
            </a:pPr>
            <a:r>
              <a:rPr lang="en-US" sz="1100" dirty="0"/>
              <a:t>Conversion Fractions (from chips):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  • Char: 45%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  • Gas1: 25%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  • Gas2: 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100" cap="all">
                <a:latin typeface="+mj-lt"/>
                <a:ea typeface="+mj-ea"/>
                <a:cs typeface="+mj-cs"/>
              </a:rPr>
              <a:t>Stream [5]: Char Separator - Char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400" dirty="0"/>
              <a:t>Stream Properties: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Total Mass Flow Rate: 0.4500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Char Mass Flow Rate: 0.45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Water (H2O): 4.5×10⁻⁹ kg/s (trace)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Purity: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Char Mass Fraction: ~100% (0.99999999)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Water Mass Fraction: ~0% (1×10⁻⁸)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Notes: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i="1">
                <a:solidFill>
                  <a:srgbClr val="3C3C3C"/>
                </a:solidFill>
              </a:defRPr>
            </a:pPr>
            <a:r>
              <a:rPr lang="en-US" sz="1400" dirty="0"/>
              <a:t>  Char is extremely dry, suitable for use in PBR filter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i="1">
                <a:solidFill>
                  <a:srgbClr val="3C3C3C"/>
                </a:solidFill>
              </a:defRPr>
            </a:pPr>
            <a:r>
              <a:rPr lang="en-US" sz="1400" dirty="0"/>
              <a:t>  Water content minimized to near-zero through separation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400" cap="all">
                <a:latin typeface="+mj-lt"/>
                <a:ea typeface="+mj-ea"/>
                <a:cs typeface="+mj-cs"/>
              </a:rPr>
              <a:t>Stream [6]: Char Separator - Gas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700" dirty="0"/>
              <a:t>Operating Conditions: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700" dirty="0"/>
              <a:t>Temperature: 290°C  |  Density: 180 kg/m³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700" dirty="0"/>
              <a:t>Stream Composition: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Total Mass Flow Rate: 1.5885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Volume Flow Rate: 0.008825 m³/s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Bio-gas (Gas1): 0.25 kg/s (15.74%)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Bio-gas (Gas2): 0.20 kg/s (12.59%)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Water (H2O): 0.3077 kg/s (19.37%)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Treatment Chemicals: 0.2308 kg/s (14.53%)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Inert Gas: 0.5 kg/s (31.48%)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[4]: PBR Filter Output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400" dirty="0"/>
              <a:t>Stream Properties: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Total Mass Flow Rate: 0.4683 kg/s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Component Breakdown: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Char: 0.45 kg/s (96.1%)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Water (H2O): 0.01405 kg/s (3.0%)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</a:t>
            </a:r>
            <a:r>
              <a:rPr lang="en-US" sz="1400" dirty="0" err="1"/>
              <a:t>CHx</a:t>
            </a:r>
            <a:r>
              <a:rPr lang="en-US" sz="1400" dirty="0"/>
              <a:t> (Contaminants): 0.004214 kg/s (0.9%)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Mass Fractions: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Char: 0.961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Water: 0.03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</a:t>
            </a:r>
            <a:r>
              <a:rPr lang="en-US" sz="1400" dirty="0" err="1"/>
              <a:t>CHx</a:t>
            </a:r>
            <a:r>
              <a:rPr lang="en-US" sz="1400" dirty="0"/>
              <a:t>: 0.009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400" cap="all">
                <a:latin typeface="+mj-lt"/>
                <a:ea typeface="+mj-ea"/>
                <a:cs typeface="+mj-cs"/>
              </a:rPr>
              <a:t>Streams [1,2,3]: Grey Water Treatment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359152"/>
            <a:ext cx="5590558" cy="4288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400" b="1"/>
            </a:pPr>
            <a:r>
              <a:rPr lang="en-US" sz="1600" dirty="0"/>
              <a:t>Operating Conditions: 10°C, Density: 999.7 kg/m³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500" b="1">
                <a:solidFill>
                  <a:srgbClr val="003366"/>
                </a:solidFill>
              </a:defRPr>
            </a:pPr>
            <a:r>
              <a:rPr lang="en-US" sz="1600" dirty="0"/>
              <a:t>Stream [1]: Buffer Tank Input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Mass Flow Rate: 0.9997 kg/s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Volume Flow Rate: 1.0 m³/s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</a:t>
            </a:r>
            <a:r>
              <a:rPr lang="en-US" sz="1600" dirty="0" err="1"/>
              <a:t>CHx</a:t>
            </a:r>
            <a:r>
              <a:rPr lang="en-US" sz="1600" dirty="0"/>
              <a:t> Concentration: 1.0125 mg/L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Temperature: 10°C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Density: 999.7 kg/m³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500" b="1">
                <a:solidFill>
                  <a:srgbClr val="003366"/>
                </a:solidFill>
              </a:defRPr>
            </a:pPr>
            <a:r>
              <a:rPr lang="en-US" sz="1600" dirty="0"/>
              <a:t>Stream [2]: To PBR Filter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Mass Flow Rate: 0.9997 kg/s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Volume Flow Rate: 1.0 m³/s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</a:t>
            </a:r>
            <a:r>
              <a:rPr lang="en-US" sz="1600" dirty="0" err="1"/>
              <a:t>CHx</a:t>
            </a:r>
            <a:r>
              <a:rPr lang="en-US" sz="1600" dirty="0"/>
              <a:t> Concentration: 1.0125 mg/L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500" b="1">
                <a:solidFill>
                  <a:srgbClr val="003366"/>
                </a:solidFill>
              </a:defRPr>
            </a:pPr>
            <a:r>
              <a:rPr lang="en-US" sz="1600" dirty="0"/>
              <a:t>Stream [3]: Filter Outlet (Treated Water)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Mass Flow Rate: 0.9814 kg/s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Volume Flow Rate: 0.9859 m³/s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</a:t>
            </a:r>
            <a:r>
              <a:rPr lang="en-US" sz="1600" dirty="0" err="1"/>
              <a:t>CHx</a:t>
            </a:r>
            <a:r>
              <a:rPr lang="en-US" sz="1600" dirty="0"/>
              <a:t> Concentration: 0.01 mg/L (99% reduction!)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Water (H2O) Flow: 0.9857 kg/s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Fluid Density: 999.7 kg/m³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Overall Mass Balance Summary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System Inputs: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Feed Stream [16]: 1.5385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Inert Gas [14]: 0.5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Grey Water [1]: 0.9997 kg/s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400" b="1">
                <a:solidFill>
                  <a:srgbClr val="3C3C3C"/>
                </a:solidFill>
              </a:defRPr>
            </a:pPr>
            <a:r>
              <a:rPr lang="en-US" sz="1700" dirty="0"/>
              <a:t>TOTAL INPUT: 3.0382 kg/s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System Outputs: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Gas Stream [6]: 1.5885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Spent Char [4]: 0.4683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Treated Water [3]: 0.9814 kg/s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400" b="1">
                <a:solidFill>
                  <a:srgbClr val="3C3C3C"/>
                </a:solidFill>
              </a:defRPr>
            </a:pPr>
            <a:r>
              <a:rPr lang="en-US" sz="1700" dirty="0"/>
              <a:t>TOTAL OUTPUT: 3.0382 kg/s</a:t>
            </a:r>
          </a:p>
          <a:p>
            <a:pPr defTabSz="914400">
              <a:lnSpc>
                <a:spcPct val="90000"/>
              </a:lnSpc>
              <a:defRPr sz="1600" b="1">
                <a:solidFill>
                  <a:srgbClr val="008000"/>
                </a:solidFill>
              </a:defRPr>
            </a:pPr>
            <a:r>
              <a:rPr lang="en-US" sz="1700" dirty="0"/>
              <a:t>✓ Mass Balance Verified: Input =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Key Performance Indicators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600" dirty="0"/>
              <a:t>Pyrolysis Efficiency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Char Yield: 45% (from wood chips)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Bio-gas Yield: 45% (Gas1 + Gas2)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Operating Temperature: 300°C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600" dirty="0"/>
              <a:t>Char Separation Performance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Char Purity: 99.99999%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Moisture Content: &lt;0.000001%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Recovery Rate: 100%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600" dirty="0"/>
              <a:t>Grey Water Treatment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</a:t>
            </a:r>
            <a:r>
              <a:rPr lang="en-US" sz="1600" dirty="0" err="1"/>
              <a:t>CHx</a:t>
            </a:r>
            <a:r>
              <a:rPr lang="en-US" sz="1600" dirty="0"/>
              <a:t> Removal: 99.01% (1.0125 → 0.01 mg/L)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Water Recovery: 98.17%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Char Adsorption Capacity: 0.9% </a:t>
            </a:r>
            <a:r>
              <a:rPr lang="en-US" sz="1600" dirty="0" err="1"/>
              <a:t>CHx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29</TotalTime>
  <Words>1164</Words>
  <Application>Microsoft Office PowerPoint</Application>
  <PresentationFormat>On-screen Show (4:3)</PresentationFormat>
  <Paragraphs>175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Jake Michel Oldfield</cp:lastModifiedBy>
  <cp:revision>2</cp:revision>
  <dcterms:created xsi:type="dcterms:W3CDTF">2013-01-27T09:14:16Z</dcterms:created>
  <dcterms:modified xsi:type="dcterms:W3CDTF">2025-10-23T17:37:55Z</dcterms:modified>
  <cp:category/>
</cp:coreProperties>
</file>